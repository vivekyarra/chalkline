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2aa879e10c4e67" /><Relationship Type="http://schemas.openxmlformats.org/officeDocument/2006/relationships/extended-properties" Target="/docProps/app.xml" Id="R36dec24419454451" /><Relationship Type="http://schemas.openxmlformats.org/officeDocument/2006/relationships/officeDocument" Target="/ppt/presentation.xml" Id="Rac64810cc6cc4d48" /></Relationships>
</file>

<file path=ppt/presentation.xml><?xml version="1.0" encoding="utf-8"?>
<p:presentation xmlns:p="http://schemas.openxmlformats.org/presentationml/2006/main">
  <p:sldMasterIdLst>
    <p:sldMasterId xmlns:r="http://schemas.openxmlformats.org/officeDocument/2006/relationships" id="2147483648" r:id="R2174305a80d649f6"/>
  </p:sldMasterIdLst>
  <p:notesMasterIdLst>
    <p:notesMasterId xmlns:r="http://schemas.openxmlformats.org/officeDocument/2006/relationships" r:id="R213f83c381e148c6"/>
  </p:notesMasterIdLst>
  <p:sldIdLst>
    <p:sldId xmlns:r="http://schemas.openxmlformats.org/officeDocument/2006/relationships" id="256" r:id="R6f2fc30f64dd428e"/>
    <p:sldId xmlns:r="http://schemas.openxmlformats.org/officeDocument/2006/relationships" id="257" r:id="R2ba47847284e4593"/>
    <p:sldId xmlns:r="http://schemas.openxmlformats.org/officeDocument/2006/relationships" id="258" r:id="R57394fe7aa6b4dc7"/>
    <p:sldId xmlns:r="http://schemas.openxmlformats.org/officeDocument/2006/relationships" id="259" r:id="R8cee1ca7db9c409d"/>
    <p:sldId xmlns:r="http://schemas.openxmlformats.org/officeDocument/2006/relationships" id="260" r:id="R20e352bd0f164f14"/>
    <p:sldId xmlns:r="http://schemas.openxmlformats.org/officeDocument/2006/relationships" id="261" r:id="Rfa3fe66af1704be9"/>
    <p:sldId xmlns:r="http://schemas.openxmlformats.org/officeDocument/2006/relationships" id="262" r:id="R6b9c110624e94f4a"/>
    <p:sldId xmlns:r="http://schemas.openxmlformats.org/officeDocument/2006/relationships" id="263" r:id="Ra6dda70675d44ff4"/>
    <p:sldId xmlns:r="http://schemas.openxmlformats.org/officeDocument/2006/relationships" id="264" r:id="Ra5d8032d60af478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58aee3bb364ded" /><Relationship Type="http://schemas.openxmlformats.org/officeDocument/2006/relationships/slideMaster" Target="/ppt/slideMasters/slideMaster1.xml" Id="R2174305a80d649f6" /><Relationship Type="http://schemas.openxmlformats.org/officeDocument/2006/relationships/notesMaster" Target="/ppt/notesMasters/notesMaster1.xml" Id="R213f83c381e148c6" /><Relationship Type="http://schemas.openxmlformats.org/officeDocument/2006/relationships/presProps" Target="/ppt/presProps.xml" Id="R5342e364e1224033" /><Relationship Type="http://schemas.openxmlformats.org/officeDocument/2006/relationships/tableStyles" Target="/ppt/tableStyles.xml" Id="R087b00cac3404507" /><Relationship Type="http://schemas.openxmlformats.org/officeDocument/2006/relationships/slide" Target="/ppt/slides/slide1.xml" Id="R6f2fc30f64dd428e" /><Relationship Type="http://schemas.openxmlformats.org/officeDocument/2006/relationships/slide" Target="/ppt/slides/slide2.xml" Id="R2ba47847284e4593" /><Relationship Type="http://schemas.openxmlformats.org/officeDocument/2006/relationships/slide" Target="/ppt/slides/slide3.xml" Id="R57394fe7aa6b4dc7" /><Relationship Type="http://schemas.openxmlformats.org/officeDocument/2006/relationships/slide" Target="/ppt/slides/slide4.xml" Id="R8cee1ca7db9c409d" /><Relationship Type="http://schemas.openxmlformats.org/officeDocument/2006/relationships/slide" Target="/ppt/slides/slide5.xml" Id="R20e352bd0f164f14" /><Relationship Type="http://schemas.openxmlformats.org/officeDocument/2006/relationships/slide" Target="/ppt/slides/slide6.xml" Id="Rfa3fe66af1704be9" /><Relationship Type="http://schemas.openxmlformats.org/officeDocument/2006/relationships/slide" Target="/ppt/slides/slide7.xml" Id="R6b9c110624e94f4a" /><Relationship Type="http://schemas.openxmlformats.org/officeDocument/2006/relationships/slide" Target="/ppt/slides/slide8.xml" Id="Ra6dda70675d44ff4" /><Relationship Type="http://schemas.openxmlformats.org/officeDocument/2006/relationships/slide" Target="/ppt/slides/slide9.xml" Id="Ra5d8032d60af478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c279bee8634ab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afffea0adf463a" /><Relationship Type="http://schemas.openxmlformats.org/officeDocument/2006/relationships/notesMaster" Target="/ppt/notesMasters/notesMaster1.xml" Id="R28a21a26726347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7432646dfb464721" /><Relationship Type="http://schemas.openxmlformats.org/officeDocument/2006/relationships/notesMaster" Target="/ppt/notesMasters/notesMaster1.xml" Id="Rdcbf5bbac4914da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406edb5d926478c" /><Relationship Type="http://schemas.openxmlformats.org/officeDocument/2006/relationships/notesMaster" Target="/ppt/notesMasters/notesMaster1.xml" Id="R05140de6e5aa41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cc173689944442" /><Relationship Type="http://schemas.openxmlformats.org/officeDocument/2006/relationships/notesMaster" Target="/ppt/notesMasters/notesMaster1.xml" Id="R8ada8f8feec041c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ca369157d004854" /><Relationship Type="http://schemas.openxmlformats.org/officeDocument/2006/relationships/notesMaster" Target="/ppt/notesMasters/notesMaster1.xml" Id="Rab4a083f203a4e56" /></Relationships>
</file>

<file path=ppt/notesSlides/_rels/notesSlide6.xml.rels>&#65279;<?xml version="1.0" encoding="utf-8"?><Relationships xmlns="http://schemas.openxmlformats.org/package/2006/relationships"><Relationship Type="http://schemas.openxmlformats.org/officeDocument/2006/relationships/slide" Target="/ppt/slides/slide6.xml" Id="R7f82a51da2834cf8" /><Relationship Type="http://schemas.openxmlformats.org/officeDocument/2006/relationships/notesMaster" Target="/ppt/notesMasters/notesMaster1.xml" Id="R52fa6e6108c944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4b0a5693905a4679" /><Relationship Type="http://schemas.openxmlformats.org/officeDocument/2006/relationships/notesMaster" Target="/ppt/notesMasters/notesMaster1.xml" Id="Rbaacd65b05aa4dda" /></Relationships>
</file>

<file path=ppt/notesSlides/_rels/notesSlide8.xml.rels>&#65279;<?xml version="1.0" encoding="utf-8"?><Relationships xmlns="http://schemas.openxmlformats.org/package/2006/relationships"><Relationship Type="http://schemas.openxmlformats.org/officeDocument/2006/relationships/slide" Target="/ppt/slides/slide8.xml" Id="R9017b0955e5b4f91" /><Relationship Type="http://schemas.openxmlformats.org/officeDocument/2006/relationships/notesMaster" Target="/ppt/notesMasters/notesMaster1.xml" Id="Rb3c52b827c9645a3" /></Relationships>
</file>

<file path=ppt/notesSlides/_rels/notesSlide9.xml.rels>&#65279;<?xml version="1.0" encoding="utf-8"?><Relationships xmlns="http://schemas.openxmlformats.org/package/2006/relationships"><Relationship Type="http://schemas.openxmlformats.org/officeDocument/2006/relationships/slide" Target="/ppt/slides/slide9.xml" Id="Rf99665ebf6e74191" /><Relationship Type="http://schemas.openxmlformats.org/officeDocument/2006/relationships/notesMaster" Target="/ppt/notesMasters/notesMaster1.xml" Id="R264b93d236ab44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joining a maths lesson on a weak connection. You hear the explanation, but the equation on the board is unreadable. CHALKLINE proposes preserving the board as a versioned visual document, with audio, instead of treating the whole lesson as continuous motion. This is a proposal, not a deployed product. All photographs and interface imagery are AI-generated concepts; depicted hardware is illustrative. Intended deployment is a Snapdragon-powered HP PC.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initial user is a tutor or lecturer teaching with a physical chalkboard, with remote learners on constrained connections. This is a problem hypothesis to validate with teachers, not a claim of completed interviews. Teams network guidance shows that audio and video have different bandwidth requirements; it does not establish CHALKLINE performance. Source: https://learn.microsoft.com/en-us/microsoftteams/prepare-network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receives board patches and audio. It can reconstruct board versions and navigate history. A reconnect requests a valid checkpoint and missing changes, rather than quietly showing an obsolete board. The interface is a design concept; the application has not been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64 kbps is the initial constrained-link design target per receiving client, including application, encryption and transport overhead; it is not an achieved benchmark. The planning split is 24 kbps audio, 32 kbps board updates and 8 kbps control/overhead. Packetization may require revising this split. Prioritize current audio, coalesce board changes and rate-limit checkpoints. If a full board cannot arrive promptly, show freshness and measure the delay. Remote lesson delivery still requires connectivity.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candidate segmentation model and QNN execution path are documented by Qualcomm AI Hub and ONNX Runtime. Their availability is evidence for a plausible implementation route, not proof of performance on the entrant laptop. Start with CPU correctness, then validate model export, quantization if needed, supported operators and actual NPU execution. Do not claim NPU acceleration if fallback occurs. The browser does not need an AI model. Sources: https://aihub.qualcomm.com/models/deeplabv3_plus_mobilenet ; https://onnxruntime.ai/docs/execution-providers/QNN-ExecutionProvider.html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Novelty is a proposed combination: occlusion-aware board-state preservation, explicit erasure handling, versioned recovery and low-bandwidth delivery on a Snapdragon PC. Do not claim invention of interframe compression: ordinary video codecs already exploit temporal redundancy. Microsoft Teams already provides camera-based board enhancement; its support page states blackboards are not currently supported. This documented limitation does not establish that no other competitor supports blackboards. Source: https://support.microsoft.com/en-us/teams/meetings/share-whiteboards-and-documents-using-your-camera-in-microsoft-teams-meetings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Record one fixed-camera, ten-minute lesson with a ground-truth board sequence. Run all three methods under matched 64/128/256 kbps link profiles and a forced ten-second interruption; record loss, latency and transport bytes. Tune both baselines rather than choosing weak defaults. Have readers transcribe predefined symbols without method labels and assess audio intelligibility. Report median and worst-case update/recovery delay, stale-region behavior and CPU/NPU execution. A 64 kbps claim is earned only if quality and full transport measurements support it. No results currently exist.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proposed milestones, not completed pilots. First recruit one teacher and 5–10 adult learners with consent, and validate whether board continuity changes lesson comprehension. The first deployment is a Snapdragon-powered HP PC, one fixed USB camera and a browser viewer. Exclude multi-camera tracking, automatic transcription, translation, generative tutoring and LMS integrations from the MVP. Teacher or institution licensing is a commercial hypothesis to test after a successful pilot; no revenue or willingness-to-pay data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  Qualcomm AI Hub — DeepLabV3-Plus-MobileNet model catalog</a:t>
            </a:r>
          </a:p>
          <a:p xmlns:a="http://schemas.openxmlformats.org/drawingml/2006/main">
            <a:r>
              <a:t>https://aihub.qualcomm.com/models/deeplabv3_plus_mobilenet</a:t>
            </a:r>
          </a:p>
          <a:p xmlns:a="http://schemas.openxmlformats.org/drawingml/2006/main">
            <a:r>
              <a:t/>
            </a:r>
          </a:p>
          <a:p xmlns:a="http://schemas.openxmlformats.org/drawingml/2006/main">
            <a:r>
              <a:t>2  ONNX Runtime — QNN execution provider for Qualcomm hardware</a:t>
            </a:r>
          </a:p>
          <a:p xmlns:a="http://schemas.openxmlformats.org/drawingml/2006/main">
            <a:r>
              <a:t>https://onnxruntime.ai/docs/execution-providers/QNN-ExecutionProvider.html</a:t>
            </a:r>
          </a:p>
          <a:p xmlns:a="http://schemas.openxmlformats.org/drawingml/2006/main">
            <a:r>
              <a:t/>
            </a:r>
          </a:p>
          <a:p xmlns:a="http://schemas.openxmlformats.org/drawingml/2006/main">
            <a:r>
              <a:t>3  Microsoft Teams Support — Camera-based board enhancement; blackboards currently unsupported</a:t>
            </a:r>
          </a:p>
          <a:p xmlns:a="http://schemas.openxmlformats.org/drawingml/2006/main">
            <a:r>
              <a:t>https://support.microsoft.com/en-us/teams/meetings/share-whiteboards-and-documents-using-your-camera-in-microsoft-teams-meetings</a:t>
            </a:r>
          </a:p>
          <a:p xmlns:a="http://schemas.openxmlformats.org/drawingml/2006/main">
            <a:r>
              <a:t/>
            </a:r>
          </a:p>
          <a:p xmlns:a="http://schemas.openxmlformats.org/drawingml/2006/main">
            <a:r>
              <a:t>4  Microsoft Learn — Teams network preparation and bandwidth guidance</a:t>
            </a:r>
          </a:p>
          <a:p xmlns:a="http://schemas.openxmlformats.org/drawingml/2006/main">
            <a:r>
              <a:t>https://learn.microsoft.com/en-us/microsoftteams/prepare-network</a:t>
            </a:r>
          </a:p>
          <a:p xmlns:a="http://schemas.openxmlformats.org/drawingml/2006/main">
            <a:r>
              <a:t/>
            </a:r>
          </a:p>
          <a:p xmlns:a="http://schemas.openxmlformats.org/drawingml/2006/main">
            <a:r>
              <a:t>5  Challenge listing — Snapdragon AI Lab Build &amp; Present Challenge</a:t>
            </a:r>
          </a:p>
          <a:p xmlns:a="http://schemas.openxmlformats.org/drawingml/2006/main">
            <a:r>
              <a:t>https://unstop.com/competitions/crp-snapdragon-ai-lab-build-present-challenge-qualcomm-1748893/amp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0fef8266984c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158110568841d4" /><Relationship Type="http://schemas.openxmlformats.org/officeDocument/2006/relationships/slideLayout" Target="/ppt/slideLayouts/slideLayout1.xml" Id="Re7eb1c010ea942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7eb1c010ea942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40560b64f274e44" /><Relationship Type="http://schemas.openxmlformats.org/officeDocument/2006/relationships/image" Target="/ppt/media/image.png" Id="R8b21e3563f0344e2" /><Relationship Type="http://schemas.openxmlformats.org/officeDocument/2006/relationships/notesSlide" Target="/ppt/notesSlides/notesSlide1.xml" Id="R7f759f82428f4fa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34f5d0e869c420d" /><Relationship Type="http://schemas.openxmlformats.org/officeDocument/2006/relationships/image" Target="/ppt/media/image2.png" Id="R87f64a112683487f" /><Relationship Type="http://schemas.openxmlformats.org/officeDocument/2006/relationships/notesSlide" Target="/ppt/notesSlides/notesSlide2.xml" Id="R73af4790307448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e93f70e7494f44" /><Relationship Type="http://schemas.openxmlformats.org/officeDocument/2006/relationships/image" Target="/ppt/media/image3.png" Id="R87394537c3de4158" /><Relationship Type="http://schemas.openxmlformats.org/officeDocument/2006/relationships/notesSlide" Target="/ppt/notesSlides/notesSlide3.xml" Id="R95d52c42f3754fa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373477945b545b3" /><Relationship Type="http://schemas.openxmlformats.org/officeDocument/2006/relationships/notesSlide" Target="/ppt/notesSlides/notesSlide4.xml" Id="R040db368a68d45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d3f4e89660949e1" /><Relationship Type="http://schemas.openxmlformats.org/officeDocument/2006/relationships/notesSlide" Target="/ppt/notesSlides/notesSlide5.xml" Id="Rd80771acecc84fe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028e7aa37114a5f" /><Relationship Type="http://schemas.openxmlformats.org/officeDocument/2006/relationships/notesSlide" Target="/ppt/notesSlides/notesSlide6.xml" Id="R44b8c26181b64c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54592e866944ad5" /><Relationship Type="http://schemas.openxmlformats.org/officeDocument/2006/relationships/notesSlide" Target="/ppt/notesSlides/notesSlide7.xml" Id="R347b0331fa1341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aabe39f5904871" /><Relationship Type="http://schemas.openxmlformats.org/officeDocument/2006/relationships/notesSlide" Target="/ppt/notesSlides/notesSlide8.xml" Id="R5a5adc301fd74fc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e652f086284e5f" /><Relationship Type="http://schemas.openxmlformats.org/officeDocument/2006/relationships/notesSlide" Target="/ppt/notesSlides/notesSlide9.xml" Id="Rf2bc65b4da76423c" /></Relationships>
</file>

<file path=ppt/slides/slide1.xml><?xml version="1.0" encoding="utf-8"?>
<p:sld xmlns:p="http://schemas.openxmlformats.org/presentationml/2006/main">
  <p:cSld>
    <p:bg>
      <p:bgPr>
        <a:solidFill xmlns:a="http://schemas.openxmlformats.org/drawingml/2006/main">
          <a:srgbClr val="09231F"/>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b21e3563f0344e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DFFBFC-2F48-4181-B491-1246DEFE1301}"/>
              </a:ext>
            </a:extLst>
          </p:cNvPr>
          <p:cNvSpPr>
            <a:spLocks xmlns:a="http://schemas.openxmlformats.org/drawingml/2006/main" noGrp="1"/>
          </p:cNvSpPr>
          <p:nvPr/>
        </p:nvSpPr>
        <p:spPr>
          <a:xfrm xmlns:a="http://schemas.openxmlformats.org/drawingml/2006/main">
            <a:off x="571500" y="714375"/>
            <a:ext cx="6477000" cy="8503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400" b="1">
                <a:solidFill>
                  <a:srgbClr val="F5F1E7"/>
                </a:solidFill>
                <a:latin typeface="Arial"/>
                <a:ea typeface="Arial"/>
                <a:cs typeface="Arial"/>
              </a:defRPr>
            </a:pPr>
            <a:r>
              <a:rPr sz="5400" b="1">
                <a:solidFill>
                  <a:srgbClr val="F5F1E7"/>
                </a:solidFill>
                <a:latin typeface="Arial"/>
                <a:ea typeface="Arial"/>
                <a:cs typeface="Arial"/>
              </a:rPr>
              <a:t>CHALKLINE</a:t>
            </a:r>
          </a:p>
        </p:txBody>
      </p:sp>
      <p:sp>
        <p:nvSpPr>
          <p:cNvPr id="3" name="">
            <a:extLst xmlns:a="http://schemas.openxmlformats.org/drawingml/2006/main">
              <a:ext uri="{FF2B5EF4-FFF2-40B4-BE49-F238E27FC236}">
                <a16:creationId xmlns:a16="http://schemas.microsoft.com/office/drawing/2014/main" id="{748DC3F0-7304-4805-B15A-21E9E5D684FB}"/>
              </a:ext>
            </a:extLst>
          </p:cNvPr>
          <p:cNvSpPr>
            <a:spLocks xmlns:a="http://schemas.openxmlformats.org/drawingml/2006/main" noGrp="1"/>
          </p:cNvSpPr>
          <p:nvPr/>
        </p:nvSpPr>
        <p:spPr>
          <a:xfrm xmlns:a="http://schemas.openxmlformats.org/drawingml/2006/main">
            <a:off x="609600" y="1876425"/>
            <a:ext cx="59055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F5F1E7"/>
                </a:solidFill>
                <a:latin typeface="Arial"/>
                <a:ea typeface="Arial"/>
                <a:cs typeface="Arial"/>
              </a:defRPr>
            </a:pPr>
            <a:r>
              <a:rPr sz="4500" b="1">
                <a:solidFill>
                  <a:srgbClr val="F5F1E7"/>
                </a:solidFill>
                <a:latin typeface="Arial"/>
                <a:ea typeface="Arial"/>
                <a:cs typeface="Arial"/>
              </a:rPr>
              <a:t>The board</a:t>
            </a:r>
          </a:p>
        </p:txBody>
      </p:sp>
      <p:sp>
        <p:nvSpPr>
          <p:cNvPr id="4" name="">
            <a:extLst xmlns:a="http://schemas.openxmlformats.org/drawingml/2006/main">
              <a:ext uri="{FF2B5EF4-FFF2-40B4-BE49-F238E27FC236}">
                <a16:creationId xmlns:a16="http://schemas.microsoft.com/office/drawing/2014/main" id="{C5FDC2E1-9597-4A95-B20A-82A59213E2D1}"/>
              </a:ext>
            </a:extLst>
          </p:cNvPr>
          <p:cNvSpPr>
            <a:spLocks xmlns:a="http://schemas.openxmlformats.org/drawingml/2006/main" noGrp="1"/>
          </p:cNvSpPr>
          <p:nvPr/>
        </p:nvSpPr>
        <p:spPr>
          <a:xfrm xmlns:a="http://schemas.openxmlformats.org/drawingml/2006/main">
            <a:off x="609600" y="2545080"/>
            <a:ext cx="5905500" cy="7086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500" b="1">
                <a:solidFill>
                  <a:srgbClr val="F5F1E7"/>
                </a:solidFill>
                <a:latin typeface="Arial"/>
                <a:ea typeface="Arial"/>
                <a:cs typeface="Arial"/>
              </a:defRPr>
            </a:pPr>
            <a:r>
              <a:rPr sz="4500" b="1">
                <a:solidFill>
                  <a:srgbClr val="F5F1E7"/>
                </a:solidFill>
                <a:latin typeface="Arial"/>
                <a:ea typeface="Arial"/>
                <a:cs typeface="Arial"/>
              </a:rPr>
              <a:t>stays with you.</a:t>
            </a:r>
          </a:p>
        </p:txBody>
      </p:sp>
      <p:sp>
        <p:nvSpPr>
          <p:cNvPr id="5" name="">
            <a:extLst xmlns:a="http://schemas.openxmlformats.org/drawingml/2006/main">
              <a:ext uri="{FF2B5EF4-FFF2-40B4-BE49-F238E27FC236}">
                <a16:creationId xmlns:a16="http://schemas.microsoft.com/office/drawing/2014/main" id="{167C5B96-D625-4F04-9F5E-DF404D9AEA59}"/>
              </a:ext>
            </a:extLst>
          </p:cNvPr>
          <p:cNvSpPr>
            <a:spLocks xmlns:a="http://schemas.openxmlformats.org/drawingml/2006/main" noGrp="1"/>
          </p:cNvSpPr>
          <p:nvPr/>
        </p:nvSpPr>
        <p:spPr>
          <a:xfrm xmlns:a="http://schemas.openxmlformats.org/drawingml/2006/main">
            <a:off x="628650" y="3533775"/>
            <a:ext cx="5286375"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F5F1E7"/>
                </a:solidFill>
                <a:latin typeface="Arial"/>
                <a:ea typeface="Arial"/>
                <a:cs typeface="Arial"/>
              </a:defRPr>
            </a:pPr>
            <a:r>
              <a:rPr sz="2175" b="0">
                <a:solidFill>
                  <a:srgbClr val="F5F1E7"/>
                </a:solidFill>
                <a:latin typeface="Arial"/>
                <a:ea typeface="Arial"/>
                <a:cs typeface="Arial"/>
              </a:rPr>
              <a:t>Live blackboard lessons.</a:t>
            </a:r>
          </a:p>
        </p:txBody>
      </p:sp>
      <p:sp>
        <p:nvSpPr>
          <p:cNvPr id="6" name="">
            <a:extLst xmlns:a="http://schemas.openxmlformats.org/drawingml/2006/main">
              <a:ext uri="{FF2B5EF4-FFF2-40B4-BE49-F238E27FC236}">
                <a16:creationId xmlns:a16="http://schemas.microsoft.com/office/drawing/2014/main" id="{A633A4AE-B94A-41E0-AB37-F8065460E444}"/>
              </a:ext>
            </a:extLst>
          </p:cNvPr>
          <p:cNvSpPr>
            <a:spLocks xmlns:a="http://schemas.openxmlformats.org/drawingml/2006/main" noGrp="1"/>
          </p:cNvSpPr>
          <p:nvPr/>
        </p:nvSpPr>
        <p:spPr>
          <a:xfrm xmlns:a="http://schemas.openxmlformats.org/drawingml/2006/main">
            <a:off x="628650" y="3856958"/>
            <a:ext cx="5286375"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F5F1E7"/>
                </a:solidFill>
                <a:latin typeface="Arial"/>
                <a:ea typeface="Arial"/>
                <a:cs typeface="Arial"/>
              </a:defRPr>
            </a:pPr>
            <a:r>
              <a:rPr sz="2175" b="0">
                <a:solidFill>
                  <a:srgbClr val="F5F1E7"/>
                </a:solidFill>
                <a:latin typeface="Arial"/>
                <a:ea typeface="Arial"/>
                <a:cs typeface="Arial"/>
              </a:rPr>
              <a:t>Built for weak connections.</a:t>
            </a:r>
          </a:p>
        </p:txBody>
      </p:sp>
      <p:sp>
        <p:nvSpPr>
          <p:cNvPr id="7" name="">
            <a:extLst xmlns:a="http://schemas.openxmlformats.org/drawingml/2006/main">
              <a:ext uri="{FF2B5EF4-FFF2-40B4-BE49-F238E27FC236}">
                <a16:creationId xmlns:a16="http://schemas.microsoft.com/office/drawing/2014/main" id="{38117CF3-BF59-4EB3-BAA2-43587F66D7EB}"/>
              </a:ext>
            </a:extLst>
          </p:cNvPr>
          <p:cNvSpPr>
            <a:spLocks xmlns:a="http://schemas.openxmlformats.org/drawingml/2006/main" noGrp="1"/>
          </p:cNvSpPr>
          <p:nvPr/>
        </p:nvSpPr>
        <p:spPr>
          <a:xfrm xmlns:a="http://schemas.openxmlformats.org/drawingml/2006/main">
            <a:off x="619125" y="5391150"/>
            <a:ext cx="581025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1">
                <a:solidFill>
                  <a:srgbClr val="F5F1E7"/>
                </a:solidFill>
                <a:latin typeface="Arial"/>
                <a:ea typeface="Arial"/>
                <a:cs typeface="Arial"/>
              </a:defRPr>
            </a:pPr>
            <a:r>
              <a:rPr sz="1275" b="1">
                <a:solidFill>
                  <a:srgbClr val="F5F1E7"/>
                </a:solidFill>
                <a:latin typeface="Arial"/>
                <a:ea typeface="Arial"/>
                <a:cs typeface="Arial"/>
              </a:rPr>
              <a:t>YARRA VIVEK  /  INDIVIDUAL ENTRY</a:t>
            </a:r>
          </a:p>
        </p:txBody>
      </p:sp>
      <p:sp>
        <p:nvSpPr>
          <p:cNvPr id="8" name="">
            <a:extLst xmlns:a="http://schemas.openxmlformats.org/drawingml/2006/main">
              <a:ext uri="{FF2B5EF4-FFF2-40B4-BE49-F238E27FC236}">
                <a16:creationId xmlns:a16="http://schemas.microsoft.com/office/drawing/2014/main" id="{09984CDE-BC13-479C-8467-0B7EF6383ACD}"/>
              </a:ext>
            </a:extLst>
          </p:cNvPr>
          <p:cNvSpPr>
            <a:spLocks xmlns:a="http://schemas.openxmlformats.org/drawingml/2006/main" noGrp="1"/>
          </p:cNvSpPr>
          <p:nvPr/>
        </p:nvSpPr>
        <p:spPr>
          <a:xfrm xmlns:a="http://schemas.openxmlformats.org/drawingml/2006/main">
            <a:off x="619125" y="5667375"/>
            <a:ext cx="6286500" cy="22440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425" b="0">
                <a:solidFill>
                  <a:srgbClr val="F5F1E7"/>
                </a:solidFill>
                <a:latin typeface="Arial"/>
                <a:ea typeface="Arial"/>
                <a:cs typeface="Arial"/>
              </a:defRPr>
            </a:pPr>
            <a:r>
              <a:rPr sz="1425" b="0">
                <a:solidFill>
                  <a:srgbClr val="F5F1E7"/>
                </a:solidFill>
                <a:latin typeface="Arial"/>
                <a:ea typeface="Arial"/>
                <a:cs typeface="Arial"/>
              </a:rPr>
              <a:t>Snapdragon AI Lab Build &amp; Present Challenge</a:t>
            </a:r>
          </a:p>
        </p:txBody>
      </p:sp>
      <p:sp>
        <p:nvSpPr>
          <p:cNvPr id="9" name="">
            <a:extLst xmlns:a="http://schemas.openxmlformats.org/drawingml/2006/main">
              <a:ext uri="{FF2B5EF4-FFF2-40B4-BE49-F238E27FC236}">
                <a16:creationId xmlns:a16="http://schemas.microsoft.com/office/drawing/2014/main" id="{01AB3D58-4E10-4AF6-AA27-88614ADE21C3}"/>
              </a:ext>
            </a:extLst>
          </p:cNvPr>
          <p:cNvSpPr>
            <a:spLocks xmlns:a="http://schemas.openxmlformats.org/drawingml/2006/main" noGrp="1"/>
          </p:cNvSpPr>
          <p:nvPr/>
        </p:nvSpPr>
        <p:spPr>
          <a:xfrm xmlns:a="http://schemas.openxmlformats.org/drawingml/2006/main">
            <a:off x="619125" y="6286500"/>
            <a:ext cx="9810750" cy="1535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975" b="0">
                <a:solidFill>
                  <a:srgbClr val="F5F1E7"/>
                </a:solidFill>
                <a:latin typeface="Arial"/>
                <a:ea typeface="Arial"/>
                <a:cs typeface="Arial"/>
              </a:defRPr>
            </a:pPr>
            <a:r>
              <a:rPr sz="975" b="0">
                <a:solidFill>
                  <a:srgbClr val="F5F1E7"/>
                </a:solidFill>
                <a:latin typeface="Arial"/>
                <a:ea typeface="Arial"/>
                <a:cs typeface="Arial"/>
              </a:rPr>
              <a:t>PRODUCT PROPOSAL  •  AI-GENERATED CONCEPT VISUAL</a:t>
            </a:r>
          </a:p>
        </p:txBody>
      </p:sp>
    </p:spTree>
    <p:extLst>
      <p:ext uri="{BB962C8B-B14F-4D97-AF65-F5344CB8AC3E}">
        <p14:creationId xmlns:p14="http://schemas.microsoft.com/office/powerpoint/2010/main" val="282440209"/>
      </p:ext>
    </p:extLst>
  </p:cSld>
</p:sld>
</file>

<file path=ppt/slides/slide2.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4EDD85E-95DA-406A-BF8C-AD874CDE8213}"/>
              </a:ext>
            </a:extLst>
          </p:cNvPr>
          <p:cNvSpPr>
            <a:spLocks xmlns:a="http://schemas.openxmlformats.org/drawingml/2006/main" noGrp="1"/>
          </p:cNvSpPr>
          <p:nvPr/>
        </p:nvSpPr>
        <p:spPr>
          <a:xfrm xmlns:a="http://schemas.openxmlformats.org/drawingml/2006/main">
            <a:off x="609600" y="361950"/>
            <a:ext cx="1085850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1">
                <a:solidFill>
                  <a:srgbClr val="5B6B62"/>
                </a:solidFill>
                <a:latin typeface="Arial"/>
                <a:ea typeface="Arial"/>
                <a:cs typeface="Arial"/>
              </a:defRPr>
            </a:pPr>
            <a:r>
              <a:rPr sz="1275" b="1">
                <a:solidFill>
                  <a:srgbClr val="5B6B62"/>
                </a:solidFill>
                <a:latin typeface="Arial"/>
                <a:ea typeface="Arial"/>
                <a:cs typeface="Arial"/>
              </a:rPr>
              <a:t>THE PROBLEM</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7f64a112683487f"/>
          <a:srcRect xmlns:a="http://schemas.openxmlformats.org/drawingml/2006/main" l="5918" t="0" r="5918" b="0"/>
          <a:stretch xmlns:a="http://schemas.openxmlformats.org/drawingml/2006/main">
            <a:fillRect l="0" t="0" r="0" b="0"/>
          </a:stretch>
        </p:blipFill>
        <p:spPr>
          <a:xfrm xmlns:a="http://schemas.openxmlformats.org/drawingml/2006/main">
            <a:off x="7353300" y="0"/>
            <a:ext cx="483870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6DBAF0DA-560F-4BE9-9B3F-10D0879F8053}"/>
              </a:ext>
            </a:extLst>
          </p:cNvPr>
          <p:cNvSpPr>
            <a:spLocks xmlns:a="http://schemas.openxmlformats.org/drawingml/2006/main" noGrp="1"/>
          </p:cNvSpPr>
          <p:nvPr/>
        </p:nvSpPr>
        <p:spPr>
          <a:xfrm xmlns:a="http://schemas.openxmlformats.org/drawingml/2006/main">
            <a:off x="609600" y="1200150"/>
            <a:ext cx="6572250" cy="637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050" b="1">
                <a:solidFill>
                  <a:srgbClr val="102D27"/>
                </a:solidFill>
                <a:latin typeface="Arial"/>
                <a:ea typeface="Arial"/>
                <a:cs typeface="Arial"/>
              </a:defRPr>
            </a:pPr>
            <a:r>
              <a:rPr sz="4050" b="1">
                <a:solidFill>
                  <a:srgbClr val="102D27"/>
                </a:solidFill>
                <a:latin typeface="Arial"/>
                <a:ea typeface="Arial"/>
                <a:cs typeface="Arial"/>
              </a:rPr>
              <a:t>A missed symbol.</a:t>
            </a:r>
          </a:p>
        </p:txBody>
      </p:sp>
      <p:sp>
        <p:nvSpPr>
          <p:cNvPr id="4" name="">
            <a:extLst xmlns:a="http://schemas.openxmlformats.org/drawingml/2006/main">
              <a:ext uri="{FF2B5EF4-FFF2-40B4-BE49-F238E27FC236}">
                <a16:creationId xmlns:a16="http://schemas.microsoft.com/office/drawing/2014/main" id="{61547E7F-E59F-4BB1-86F0-EA0D82FDE610}"/>
              </a:ext>
            </a:extLst>
          </p:cNvPr>
          <p:cNvSpPr>
            <a:spLocks xmlns:a="http://schemas.openxmlformats.org/drawingml/2006/main" noGrp="1"/>
          </p:cNvSpPr>
          <p:nvPr/>
        </p:nvSpPr>
        <p:spPr>
          <a:xfrm xmlns:a="http://schemas.openxmlformats.org/drawingml/2006/main">
            <a:off x="609600" y="1801940"/>
            <a:ext cx="6572250" cy="63779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050" b="1">
                <a:solidFill>
                  <a:srgbClr val="102D27"/>
                </a:solidFill>
                <a:latin typeface="Arial"/>
                <a:ea typeface="Arial"/>
                <a:cs typeface="Arial"/>
              </a:defRPr>
            </a:pPr>
            <a:r>
              <a:rPr sz="4050" b="1">
                <a:solidFill>
                  <a:srgbClr val="102D27"/>
                </a:solidFill>
                <a:latin typeface="Arial"/>
                <a:ea typeface="Arial"/>
                <a:cs typeface="Arial"/>
              </a:rPr>
              <a:t>A lost explanation.</a:t>
            </a:r>
          </a:p>
        </p:txBody>
      </p:sp>
      <p:sp>
        <p:nvSpPr>
          <p:cNvPr id="5" name="">
            <a:extLst xmlns:a="http://schemas.openxmlformats.org/drawingml/2006/main">
              <a:ext uri="{FF2B5EF4-FFF2-40B4-BE49-F238E27FC236}">
                <a16:creationId xmlns:a16="http://schemas.microsoft.com/office/drawing/2014/main" id="{B6A75968-3193-468F-9BCF-58FC70844D57}"/>
              </a:ext>
            </a:extLst>
          </p:cNvPr>
          <p:cNvSpPr>
            <a:spLocks xmlns:a="http://schemas.openxmlformats.org/drawingml/2006/main" noGrp="1"/>
          </p:cNvSpPr>
          <p:nvPr/>
        </p:nvSpPr>
        <p:spPr>
          <a:xfrm xmlns:a="http://schemas.openxmlformats.org/drawingml/2006/main">
            <a:off x="628650" y="2752725"/>
            <a:ext cx="6334125" cy="3661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102D27"/>
                </a:solidFill>
                <a:latin typeface="Arial"/>
                <a:ea typeface="Arial"/>
                <a:cs typeface="Arial"/>
              </a:defRPr>
            </a:pPr>
            <a:r>
              <a:rPr sz="2325" b="0">
                <a:solidFill>
                  <a:srgbClr val="102D27"/>
                </a:solidFill>
                <a:latin typeface="Arial"/>
                <a:ea typeface="Arial"/>
                <a:cs typeface="Arial"/>
              </a:rPr>
              <a:t>A small minus sign matters more</a:t>
            </a:r>
          </a:p>
        </p:txBody>
      </p:sp>
      <p:sp>
        <p:nvSpPr>
          <p:cNvPr id="6" name="">
            <a:extLst xmlns:a="http://schemas.openxmlformats.org/drawingml/2006/main">
              <a:ext uri="{FF2B5EF4-FFF2-40B4-BE49-F238E27FC236}">
                <a16:creationId xmlns:a16="http://schemas.microsoft.com/office/drawing/2014/main" id="{2EEAD5A0-AB34-4006-ADFF-8A7BB6A3555C}"/>
              </a:ext>
            </a:extLst>
          </p:cNvPr>
          <p:cNvSpPr>
            <a:spLocks xmlns:a="http://schemas.openxmlformats.org/drawingml/2006/main" noGrp="1"/>
          </p:cNvSpPr>
          <p:nvPr/>
        </p:nvSpPr>
        <p:spPr>
          <a:xfrm xmlns:a="http://schemas.openxmlformats.org/drawingml/2006/main">
            <a:off x="628650" y="3098197"/>
            <a:ext cx="6334125" cy="3661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102D27"/>
                </a:solidFill>
                <a:latin typeface="Arial"/>
                <a:ea typeface="Arial"/>
                <a:cs typeface="Arial"/>
              </a:defRPr>
            </a:pPr>
            <a:r>
              <a:rPr sz="2325" b="0">
                <a:solidFill>
                  <a:srgbClr val="102D27"/>
                </a:solidFill>
                <a:latin typeface="Arial"/>
                <a:ea typeface="Arial"/>
                <a:cs typeface="Arial"/>
              </a:rPr>
              <a:t>than a smooth video frame.</a:t>
            </a:r>
          </a:p>
        </p:txBody>
      </p:sp>
      <p:sp>
        <p:nvSpPr>
          <p:cNvPr id="7" name="">
            <a:extLst xmlns:a="http://schemas.openxmlformats.org/drawingml/2006/main">
              <a:ext uri="{FF2B5EF4-FFF2-40B4-BE49-F238E27FC236}">
                <a16:creationId xmlns:a16="http://schemas.microsoft.com/office/drawing/2014/main" id="{EE2ED4FC-878E-4CD7-9114-289B4ED40C28}"/>
              </a:ext>
            </a:extLst>
          </p:cNvPr>
          <p:cNvSpPr>
            <a:spLocks xmlns:a="http://schemas.openxmlformats.org/drawingml/2006/main" noGrp="1"/>
          </p:cNvSpPr>
          <p:nvPr/>
        </p:nvSpPr>
        <p:spPr>
          <a:xfrm xmlns:a="http://schemas.openxmlformats.org/drawingml/2006/main">
            <a:off x="628650" y="3771900"/>
            <a:ext cx="62865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5B6B62"/>
                </a:solidFill>
                <a:latin typeface="Arial"/>
                <a:ea typeface="Arial"/>
                <a:cs typeface="Arial"/>
              </a:defRPr>
            </a:pPr>
            <a:r>
              <a:rPr sz="1950" b="0">
                <a:solidFill>
                  <a:srgbClr val="5B6B62"/>
                </a:solidFill>
                <a:latin typeface="Arial"/>
                <a:ea typeface="Arial"/>
                <a:cs typeface="Arial"/>
              </a:rPr>
              <a:t>When the connection stalls, a student</a:t>
            </a:r>
          </a:p>
        </p:txBody>
      </p:sp>
      <p:sp>
        <p:nvSpPr>
          <p:cNvPr id="8" name="">
            <a:extLst xmlns:a="http://schemas.openxmlformats.org/drawingml/2006/main">
              <a:ext uri="{FF2B5EF4-FFF2-40B4-BE49-F238E27FC236}">
                <a16:creationId xmlns:a16="http://schemas.microsoft.com/office/drawing/2014/main" id="{2A4058EC-8EC5-4633-A5E6-E6BDE25AAE52}"/>
              </a:ext>
            </a:extLst>
          </p:cNvPr>
          <p:cNvSpPr>
            <a:spLocks xmlns:a="http://schemas.openxmlformats.org/drawingml/2006/main" noGrp="1"/>
          </p:cNvSpPr>
          <p:nvPr/>
        </p:nvSpPr>
        <p:spPr>
          <a:xfrm xmlns:a="http://schemas.openxmlformats.org/drawingml/2006/main">
            <a:off x="628650" y="4061651"/>
            <a:ext cx="62865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5B6B62"/>
                </a:solidFill>
                <a:latin typeface="Arial"/>
                <a:ea typeface="Arial"/>
                <a:cs typeface="Arial"/>
              </a:defRPr>
            </a:pPr>
            <a:r>
              <a:rPr sz="1950" b="0">
                <a:solidFill>
                  <a:srgbClr val="5B6B62"/>
                </a:solidFill>
                <a:latin typeface="Arial"/>
                <a:ea typeface="Arial"/>
                <a:cs typeface="Arial"/>
              </a:rPr>
              <a:t>can lose the exact step the teacher</a:t>
            </a:r>
          </a:p>
        </p:txBody>
      </p:sp>
      <p:sp>
        <p:nvSpPr>
          <p:cNvPr id="9" name="">
            <a:extLst xmlns:a="http://schemas.openxmlformats.org/drawingml/2006/main">
              <a:ext uri="{FF2B5EF4-FFF2-40B4-BE49-F238E27FC236}">
                <a16:creationId xmlns:a16="http://schemas.microsoft.com/office/drawing/2014/main" id="{BFE6ADC8-A376-4909-8BFB-BE438C7FB4C9}"/>
              </a:ext>
            </a:extLst>
          </p:cNvPr>
          <p:cNvSpPr>
            <a:spLocks xmlns:a="http://schemas.openxmlformats.org/drawingml/2006/main" noGrp="1"/>
          </p:cNvSpPr>
          <p:nvPr/>
        </p:nvSpPr>
        <p:spPr>
          <a:xfrm xmlns:a="http://schemas.openxmlformats.org/drawingml/2006/main">
            <a:off x="628650" y="4351401"/>
            <a:ext cx="62865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5B6B62"/>
                </a:solidFill>
                <a:latin typeface="Arial"/>
                <a:ea typeface="Arial"/>
                <a:cs typeface="Arial"/>
              </a:defRPr>
            </a:pPr>
            <a:r>
              <a:rPr sz="1950" b="0">
                <a:solidFill>
                  <a:srgbClr val="5B6B62"/>
                </a:solidFill>
                <a:latin typeface="Arial"/>
                <a:ea typeface="Arial"/>
                <a:cs typeface="Arial"/>
              </a:rPr>
              <a:t>has already erased.</a:t>
            </a:r>
          </a:p>
        </p:txBody>
      </p:sp>
      <p:sp>
        <p:nvSpPr>
          <p:cNvPr id="10" name="">
            <a:extLst xmlns:a="http://schemas.openxmlformats.org/drawingml/2006/main">
              <a:ext uri="{FF2B5EF4-FFF2-40B4-BE49-F238E27FC236}">
                <a16:creationId xmlns:a16="http://schemas.microsoft.com/office/drawing/2014/main" id="{91FF8503-47B5-4781-AA1A-C2F9D76B4AA1}"/>
              </a:ext>
            </a:extLst>
          </p:cNvPr>
          <p:cNvSpPr>
            <a:spLocks xmlns:a="http://schemas.openxmlformats.org/drawingml/2006/main" noGrp="1"/>
          </p:cNvSpPr>
          <p:nvPr/>
        </p:nvSpPr>
        <p:spPr>
          <a:xfrm xmlns:a="http://schemas.openxmlformats.org/drawingml/2006/main">
            <a:off x="628650" y="5286375"/>
            <a:ext cx="6334125"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A44E35"/>
                </a:solidFill>
                <a:latin typeface="Arial"/>
                <a:ea typeface="Arial"/>
                <a:cs typeface="Arial"/>
              </a:defRPr>
            </a:pPr>
            <a:r>
              <a:rPr sz="2175" b="1">
                <a:solidFill>
                  <a:srgbClr val="A44E35"/>
                </a:solidFill>
                <a:latin typeface="Arial"/>
                <a:ea typeface="Arial"/>
                <a:cs typeface="Arial"/>
              </a:rPr>
              <a:t>Keep the teaching style.</a:t>
            </a:r>
          </a:p>
        </p:txBody>
      </p:sp>
      <p:sp>
        <p:nvSpPr>
          <p:cNvPr id="11" name="">
            <a:extLst xmlns:a="http://schemas.openxmlformats.org/drawingml/2006/main">
              <a:ext uri="{FF2B5EF4-FFF2-40B4-BE49-F238E27FC236}">
                <a16:creationId xmlns:a16="http://schemas.microsoft.com/office/drawing/2014/main" id="{1494BF17-6262-4E9A-AAC8-483FD4AEC61C}"/>
              </a:ext>
            </a:extLst>
          </p:cNvPr>
          <p:cNvSpPr>
            <a:spLocks xmlns:a="http://schemas.openxmlformats.org/drawingml/2006/main" noGrp="1"/>
          </p:cNvSpPr>
          <p:nvPr/>
        </p:nvSpPr>
        <p:spPr>
          <a:xfrm xmlns:a="http://schemas.openxmlformats.org/drawingml/2006/main">
            <a:off x="628650" y="5609558"/>
            <a:ext cx="6334125"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A44E35"/>
                </a:solidFill>
                <a:latin typeface="Arial"/>
                <a:ea typeface="Arial"/>
                <a:cs typeface="Arial"/>
              </a:defRPr>
            </a:pPr>
            <a:r>
              <a:rPr sz="2175" b="1">
                <a:solidFill>
                  <a:srgbClr val="A44E35"/>
                </a:solidFill>
                <a:latin typeface="Arial"/>
                <a:ea typeface="Arial"/>
                <a:cs typeface="Arial"/>
              </a:rPr>
              <a:t>Change how the board travels.</a:t>
            </a:r>
          </a:p>
        </p:txBody>
      </p:sp>
      <p:sp>
        <p:nvSpPr>
          <p:cNvPr id="12" name="">
            <a:extLst xmlns:a="http://schemas.openxmlformats.org/drawingml/2006/main">
              <a:ext uri="{FF2B5EF4-FFF2-40B4-BE49-F238E27FC236}">
                <a16:creationId xmlns:a16="http://schemas.microsoft.com/office/drawing/2014/main" id="{4B42A2D8-21A0-4246-BB53-51EA6DB92F55}"/>
              </a:ext>
            </a:extLst>
          </p:cNvPr>
          <p:cNvSpPr>
            <a:spLocks xmlns:a="http://schemas.openxmlformats.org/drawingml/2006/main" noGrp="1"/>
          </p:cNvSpPr>
          <p:nvPr/>
        </p:nvSpPr>
        <p:spPr>
          <a:xfrm xmlns:a="http://schemas.openxmlformats.org/drawingml/2006/main">
            <a:off x="7477125" y="6543675"/>
            <a:ext cx="4381500" cy="15354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975" b="0">
                <a:solidFill>
                  <a:srgbClr val="F5F1E7"/>
                </a:solidFill>
                <a:latin typeface="Arial"/>
                <a:ea typeface="Arial"/>
                <a:cs typeface="Arial"/>
              </a:defRPr>
            </a:pPr>
            <a:r>
              <a:rPr sz="975" b="0">
                <a:solidFill>
                  <a:srgbClr val="F5F1E7"/>
                </a:solidFill>
                <a:latin typeface="Arial"/>
                <a:ea typeface="Arial"/>
                <a:cs typeface="Arial"/>
              </a:rPr>
              <a:t>Illustrative learner scenario; concept image.</a:t>
            </a:r>
          </a:p>
        </p:txBody>
      </p:sp>
    </p:spTree>
    <p:extLst>
      <p:ext uri="{BB962C8B-B14F-4D97-AF65-F5344CB8AC3E}">
        <p14:creationId xmlns:p14="http://schemas.microsoft.com/office/powerpoint/2010/main" val="1552926740"/>
      </p:ext>
    </p:extLst>
  </p:cSld>
</p:sld>
</file>

<file path=ppt/slides/slide3.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4D148675-6B97-4629-AD15-206ADA8E77FC}"/>
              </a:ext>
            </a:extLst>
          </p:cNvPr>
          <p:cNvSpPr>
            <a:spLocks xmlns:a="http://schemas.openxmlformats.org/drawingml/2006/main" noGrp="1"/>
          </p:cNvSpPr>
          <p:nvPr/>
        </p:nvSpPr>
        <p:spPr>
          <a:xfrm xmlns:a="http://schemas.openxmlformats.org/drawingml/2006/main">
            <a:off x="609600" y="361950"/>
            <a:ext cx="1085850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1">
                <a:solidFill>
                  <a:srgbClr val="5B6B62"/>
                </a:solidFill>
                <a:latin typeface="Arial"/>
                <a:ea typeface="Arial"/>
                <a:cs typeface="Arial"/>
              </a:defRPr>
            </a:pPr>
            <a:r>
              <a:rPr sz="1275" b="1">
                <a:solidFill>
                  <a:srgbClr val="5B6B62"/>
                </a:solidFill>
                <a:latin typeface="Arial"/>
                <a:ea typeface="Arial"/>
                <a:cs typeface="Arial"/>
              </a:rPr>
              <a:t>THE PROPOSED EXPERIENCE</a:t>
            </a:r>
          </a:p>
        </p:txBody>
      </p:sp>
      <p:sp>
        <p:nvSpPr>
          <p:cNvPr id="2" name="">
            <a:extLst xmlns:a="http://schemas.openxmlformats.org/drawingml/2006/main">
              <a:ext uri="{FF2B5EF4-FFF2-40B4-BE49-F238E27FC236}">
                <a16:creationId xmlns:a16="http://schemas.microsoft.com/office/drawing/2014/main" id="{E599115B-A0F0-4399-92A8-938AEFEBAC21}"/>
              </a:ext>
            </a:extLst>
          </p:cNvPr>
          <p:cNvSpPr>
            <a:spLocks xmlns:a="http://schemas.openxmlformats.org/drawingml/2006/main" noGrp="1"/>
          </p:cNvSpPr>
          <p:nvPr/>
        </p:nvSpPr>
        <p:spPr>
          <a:xfrm xmlns:a="http://schemas.openxmlformats.org/drawingml/2006/main">
            <a:off x="609600" y="847725"/>
            <a:ext cx="10953750" cy="5787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75" b="1">
                <a:solidFill>
                  <a:srgbClr val="102D27"/>
                </a:solidFill>
                <a:latin typeface="Arial"/>
                <a:ea typeface="Arial"/>
                <a:cs typeface="Arial"/>
              </a:defRPr>
            </a:pPr>
            <a:r>
              <a:rPr sz="3675" b="1">
                <a:solidFill>
                  <a:srgbClr val="102D27"/>
                </a:solidFill>
                <a:latin typeface="Arial"/>
                <a:ea typeface="Arial"/>
                <a:cs typeface="Arial"/>
              </a:rPr>
              <a:t>A live board that remembers.</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87394537c3de4158"/>
          <a:srcRect xmlns:a="http://schemas.openxmlformats.org/drawingml/2006/main" l="7" t="0" r="7" b="0"/>
          <a:stretch xmlns:a="http://schemas.openxmlformats.org/drawingml/2006/main">
            <a:fillRect l="0" t="0" r="0" b="0"/>
          </a:stretch>
        </p:blipFill>
        <p:spPr>
          <a:xfrm xmlns:a="http://schemas.openxmlformats.org/drawingml/2006/main">
            <a:off x="533400" y="1571625"/>
            <a:ext cx="7953375" cy="4476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0A4EED4-D61F-4BF8-8F1E-D8B2B1F102FA}"/>
              </a:ext>
            </a:extLst>
          </p:cNvPr>
          <p:cNvSpPr>
            <a:spLocks xmlns:a="http://schemas.openxmlformats.org/drawingml/2006/main" noGrp="1"/>
          </p:cNvSpPr>
          <p:nvPr/>
        </p:nvSpPr>
        <p:spPr>
          <a:xfrm xmlns:a="http://schemas.openxmlformats.org/drawingml/2006/main">
            <a:off x="8934450" y="1990725"/>
            <a:ext cx="262890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02D27"/>
                </a:solidFill>
                <a:latin typeface="Arial"/>
                <a:ea typeface="Arial"/>
                <a:cs typeface="Arial"/>
              </a:defRPr>
            </a:pPr>
            <a:r>
              <a:rPr sz="2250" b="1">
                <a:solidFill>
                  <a:srgbClr val="102D27"/>
                </a:solidFill>
                <a:latin typeface="Arial"/>
                <a:ea typeface="Arial"/>
                <a:cs typeface="Arial"/>
              </a:rPr>
              <a:t>Read</a:t>
            </a:r>
          </a:p>
        </p:txBody>
      </p:sp>
      <p:sp>
        <p:nvSpPr>
          <p:cNvPr id="5" name="">
            <a:extLst xmlns:a="http://schemas.openxmlformats.org/drawingml/2006/main">
              <a:ext uri="{FF2B5EF4-FFF2-40B4-BE49-F238E27FC236}">
                <a16:creationId xmlns:a16="http://schemas.microsoft.com/office/drawing/2014/main" id="{9F4FA050-0BD6-4A1E-BE5F-AE0C8B7E462D}"/>
              </a:ext>
            </a:extLst>
          </p:cNvPr>
          <p:cNvSpPr>
            <a:spLocks xmlns:a="http://schemas.openxmlformats.org/drawingml/2006/main" noGrp="1"/>
          </p:cNvSpPr>
          <p:nvPr/>
        </p:nvSpPr>
        <p:spPr>
          <a:xfrm xmlns:a="http://schemas.openxmlformats.org/drawingml/2006/main">
            <a:off x="8934450" y="2409825"/>
            <a:ext cx="26670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Original handwriting.</a:t>
            </a:r>
          </a:p>
        </p:txBody>
      </p:sp>
      <p:sp>
        <p:nvSpPr>
          <p:cNvPr id="6" name="">
            <a:extLst xmlns:a="http://schemas.openxmlformats.org/drawingml/2006/main">
              <a:ext uri="{FF2B5EF4-FFF2-40B4-BE49-F238E27FC236}">
                <a16:creationId xmlns:a16="http://schemas.microsoft.com/office/drawing/2014/main" id="{8ED390E5-7C5A-4C05-BE9B-B38B53AB30EB}"/>
              </a:ext>
            </a:extLst>
          </p:cNvPr>
          <p:cNvSpPr>
            <a:spLocks xmlns:a="http://schemas.openxmlformats.org/drawingml/2006/main" noGrp="1"/>
          </p:cNvSpPr>
          <p:nvPr/>
        </p:nvSpPr>
        <p:spPr>
          <a:xfrm xmlns:a="http://schemas.openxmlformats.org/drawingml/2006/main">
            <a:off x="8934450" y="2666143"/>
            <a:ext cx="26670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No retyped equations.</a:t>
            </a:r>
          </a:p>
        </p:txBody>
      </p:sp>
      <p:sp>
        <p:nvSpPr>
          <p:cNvPr id="7" name="">
            <a:extLst xmlns:a="http://schemas.openxmlformats.org/drawingml/2006/main">
              <a:ext uri="{FF2B5EF4-FFF2-40B4-BE49-F238E27FC236}">
                <a16:creationId xmlns:a16="http://schemas.microsoft.com/office/drawing/2014/main" id="{0B20A2FE-EB09-4B5C-AC5C-150427F71128}"/>
              </a:ext>
            </a:extLst>
          </p:cNvPr>
          <p:cNvSpPr>
            <a:spLocks xmlns:a="http://schemas.openxmlformats.org/drawingml/2006/main" noGrp="1"/>
          </p:cNvSpPr>
          <p:nvPr/>
        </p:nvSpPr>
        <p:spPr>
          <a:xfrm xmlns:a="http://schemas.openxmlformats.org/drawingml/2006/main">
            <a:off x="8934450" y="3429000"/>
            <a:ext cx="266700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02D27"/>
                </a:solidFill>
                <a:latin typeface="Arial"/>
                <a:ea typeface="Arial"/>
                <a:cs typeface="Arial"/>
              </a:defRPr>
            </a:pPr>
            <a:r>
              <a:rPr sz="2250" b="1">
                <a:solidFill>
                  <a:srgbClr val="102D27"/>
                </a:solidFill>
                <a:latin typeface="Arial"/>
                <a:ea typeface="Arial"/>
                <a:cs typeface="Arial"/>
              </a:rPr>
              <a:t>Rewind</a:t>
            </a:r>
          </a:p>
        </p:txBody>
      </p:sp>
      <p:sp>
        <p:nvSpPr>
          <p:cNvPr id="8" name="">
            <a:extLst xmlns:a="http://schemas.openxmlformats.org/drawingml/2006/main">
              <a:ext uri="{FF2B5EF4-FFF2-40B4-BE49-F238E27FC236}">
                <a16:creationId xmlns:a16="http://schemas.microsoft.com/office/drawing/2014/main" id="{2B1ED1AF-59A4-4634-A3D1-B1A3718A4305}"/>
              </a:ext>
            </a:extLst>
          </p:cNvPr>
          <p:cNvSpPr>
            <a:spLocks xmlns:a="http://schemas.openxmlformats.org/drawingml/2006/main" noGrp="1"/>
          </p:cNvSpPr>
          <p:nvPr/>
        </p:nvSpPr>
        <p:spPr>
          <a:xfrm xmlns:a="http://schemas.openxmlformats.org/drawingml/2006/main">
            <a:off x="8934450" y="3848100"/>
            <a:ext cx="26670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Return to an earlier</a:t>
            </a:r>
          </a:p>
        </p:txBody>
      </p:sp>
      <p:sp>
        <p:nvSpPr>
          <p:cNvPr id="9" name="">
            <a:extLst xmlns:a="http://schemas.openxmlformats.org/drawingml/2006/main">
              <a:ext uri="{FF2B5EF4-FFF2-40B4-BE49-F238E27FC236}">
                <a16:creationId xmlns:a16="http://schemas.microsoft.com/office/drawing/2014/main" id="{1E645C88-6ACD-4C5E-B949-DF3EAA1B32B3}"/>
              </a:ext>
            </a:extLst>
          </p:cNvPr>
          <p:cNvSpPr>
            <a:spLocks xmlns:a="http://schemas.openxmlformats.org/drawingml/2006/main" noGrp="1"/>
          </p:cNvSpPr>
          <p:nvPr/>
        </p:nvSpPr>
        <p:spPr>
          <a:xfrm xmlns:a="http://schemas.openxmlformats.org/drawingml/2006/main">
            <a:off x="8934450" y="4104418"/>
            <a:ext cx="26670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board state.</a:t>
            </a:r>
          </a:p>
        </p:txBody>
      </p:sp>
      <p:sp>
        <p:nvSpPr>
          <p:cNvPr id="10" name="">
            <a:extLst xmlns:a="http://schemas.openxmlformats.org/drawingml/2006/main">
              <a:ext uri="{FF2B5EF4-FFF2-40B4-BE49-F238E27FC236}">
                <a16:creationId xmlns:a16="http://schemas.microsoft.com/office/drawing/2014/main" id="{7DD98AF4-5EC6-46E9-BA8D-905C0B00EFEE}"/>
              </a:ext>
            </a:extLst>
          </p:cNvPr>
          <p:cNvSpPr>
            <a:spLocks xmlns:a="http://schemas.openxmlformats.org/drawingml/2006/main" noGrp="1"/>
          </p:cNvSpPr>
          <p:nvPr/>
        </p:nvSpPr>
        <p:spPr>
          <a:xfrm xmlns:a="http://schemas.openxmlformats.org/drawingml/2006/main">
            <a:off x="8934450" y="4867275"/>
            <a:ext cx="2667000" cy="3543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250" b="1">
                <a:solidFill>
                  <a:srgbClr val="102D27"/>
                </a:solidFill>
                <a:latin typeface="Arial"/>
                <a:ea typeface="Arial"/>
                <a:cs typeface="Arial"/>
              </a:defRPr>
            </a:pPr>
            <a:r>
              <a:rPr sz="2250" b="1">
                <a:solidFill>
                  <a:srgbClr val="102D27"/>
                </a:solidFill>
                <a:latin typeface="Arial"/>
                <a:ea typeface="Arial"/>
                <a:cs typeface="Arial"/>
              </a:rPr>
              <a:t>Recover</a:t>
            </a:r>
          </a:p>
        </p:txBody>
      </p:sp>
      <p:sp>
        <p:nvSpPr>
          <p:cNvPr id="11" name="">
            <a:extLst xmlns:a="http://schemas.openxmlformats.org/drawingml/2006/main">
              <a:ext uri="{FF2B5EF4-FFF2-40B4-BE49-F238E27FC236}">
                <a16:creationId xmlns:a16="http://schemas.microsoft.com/office/drawing/2014/main" id="{0F19F4F7-65F5-4A20-99BA-772540A6A5B0}"/>
              </a:ext>
            </a:extLst>
          </p:cNvPr>
          <p:cNvSpPr>
            <a:spLocks xmlns:a="http://schemas.openxmlformats.org/drawingml/2006/main" noGrp="1"/>
          </p:cNvSpPr>
          <p:nvPr/>
        </p:nvSpPr>
        <p:spPr>
          <a:xfrm xmlns:a="http://schemas.openxmlformats.org/drawingml/2006/main">
            <a:off x="8934450" y="5286375"/>
            <a:ext cx="26670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Catch up after</a:t>
            </a:r>
          </a:p>
        </p:txBody>
      </p:sp>
      <p:sp>
        <p:nvSpPr>
          <p:cNvPr id="12" name="">
            <a:extLst xmlns:a="http://schemas.openxmlformats.org/drawingml/2006/main">
              <a:ext uri="{FF2B5EF4-FFF2-40B4-BE49-F238E27FC236}">
                <a16:creationId xmlns:a16="http://schemas.microsoft.com/office/drawing/2014/main" id="{91480872-FD0A-4839-B7DE-232D22E7980A}"/>
              </a:ext>
            </a:extLst>
          </p:cNvPr>
          <p:cNvSpPr>
            <a:spLocks xmlns:a="http://schemas.openxmlformats.org/drawingml/2006/main" noGrp="1"/>
          </p:cNvSpPr>
          <p:nvPr/>
        </p:nvSpPr>
        <p:spPr>
          <a:xfrm xmlns:a="http://schemas.openxmlformats.org/drawingml/2006/main">
            <a:off x="8934450" y="5542693"/>
            <a:ext cx="26670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a connection drop.</a:t>
            </a:r>
          </a:p>
        </p:txBody>
      </p:sp>
      <p:sp>
        <p:nvSpPr>
          <p:cNvPr id="13" name="">
            <a:extLst xmlns:a="http://schemas.openxmlformats.org/drawingml/2006/main">
              <a:ext uri="{FF2B5EF4-FFF2-40B4-BE49-F238E27FC236}">
                <a16:creationId xmlns:a16="http://schemas.microsoft.com/office/drawing/2014/main" id="{FB1BDD39-22F8-40F5-B891-45C2E30E0D2A}"/>
              </a:ext>
            </a:extLst>
          </p:cNvPr>
          <p:cNvSpPr>
            <a:spLocks xmlns:a="http://schemas.openxmlformats.org/drawingml/2006/main" noGrp="1"/>
          </p:cNvSpPr>
          <p:nvPr/>
        </p:nvSpPr>
        <p:spPr>
          <a:xfrm xmlns:a="http://schemas.openxmlformats.org/drawingml/2006/main">
            <a:off x="619125" y="6362700"/>
            <a:ext cx="10001250" cy="1889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B6B62"/>
                </a:solidFill>
                <a:latin typeface="Arial"/>
                <a:ea typeface="Arial"/>
                <a:cs typeface="Arial"/>
              </a:defRPr>
            </a:pPr>
            <a:r>
              <a:rPr sz="1200" b="0">
                <a:solidFill>
                  <a:srgbClr val="5B6B62"/>
                </a:solidFill>
                <a:latin typeface="Arial"/>
                <a:ea typeface="Arial"/>
                <a:cs typeface="Arial"/>
              </a:rPr>
              <a:t>AI-generated interface concept. Features are planned.</a:t>
            </a:r>
          </a:p>
        </p:txBody>
      </p:sp>
      <p:sp>
        <p:nvSpPr>
          <p:cNvPr id="14" name="">
            <a:extLst xmlns:a="http://schemas.openxmlformats.org/drawingml/2006/main">
              <a:ext uri="{FF2B5EF4-FFF2-40B4-BE49-F238E27FC236}">
                <a16:creationId xmlns:a16="http://schemas.microsoft.com/office/drawing/2014/main" id="{93D925E7-2BB2-4B0B-98B9-1D08EA4D2F69}"/>
              </a:ext>
            </a:extLst>
          </p:cNvPr>
          <p:cNvSpPr>
            <a:spLocks xmlns:a="http://schemas.openxmlformats.org/drawingml/2006/main" noGrp="1"/>
          </p:cNvSpPr>
          <p:nvPr/>
        </p:nvSpPr>
        <p:spPr>
          <a:xfrm xmlns:a="http://schemas.openxmlformats.org/drawingml/2006/main">
            <a:off x="11144250" y="6362700"/>
            <a:ext cx="4381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B6B62"/>
                </a:solidFill>
                <a:latin typeface="Arial"/>
                <a:ea typeface="Arial"/>
                <a:cs typeface="Arial"/>
              </a:defRPr>
            </a:pPr>
            <a:r>
              <a:rPr sz="1125" b="0">
                <a:solidFill>
                  <a:srgbClr val="5B6B62"/>
                </a:solidFill>
                <a:latin typeface="Arial"/>
                <a:ea typeface="Arial"/>
                <a:cs typeface="Arial"/>
              </a:rPr>
              <a:t>03</a:t>
            </a:r>
          </a:p>
        </p:txBody>
      </p:sp>
    </p:spTree>
    <p:extLst>
      <p:ext uri="{BB962C8B-B14F-4D97-AF65-F5344CB8AC3E}">
        <p14:creationId xmlns:p14="http://schemas.microsoft.com/office/powerpoint/2010/main" val="709765835"/>
      </p:ext>
    </p:extLst>
  </p:cSld>
</p:sld>
</file>

<file path=ppt/slides/slide4.xml><?xml version="1.0" encoding="utf-8"?>
<p:sld xmlns:p="http://schemas.openxmlformats.org/presentationml/2006/main">
  <p:cSld>
    <p:bg>
      <p:bgPr>
        <a:solidFill xmlns:a="http://schemas.openxmlformats.org/drawingml/2006/main">
          <a:srgbClr val="092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F14003E-594E-4777-BC94-56F8FCFC61B6}"/>
              </a:ext>
            </a:extLst>
          </p:cNvPr>
          <p:cNvSpPr>
            <a:spLocks xmlns:a="http://schemas.openxmlformats.org/drawingml/2006/main" noGrp="1"/>
          </p:cNvSpPr>
          <p:nvPr/>
        </p:nvSpPr>
        <p:spPr>
          <a:xfrm xmlns:a="http://schemas.openxmlformats.org/drawingml/2006/main">
            <a:off x="609600" y="361950"/>
            <a:ext cx="1085850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1">
                <a:solidFill>
                  <a:srgbClr val="BAC9BB"/>
                </a:solidFill>
                <a:latin typeface="Arial"/>
                <a:ea typeface="Arial"/>
                <a:cs typeface="Arial"/>
              </a:defRPr>
            </a:pPr>
            <a:r>
              <a:rPr sz="1275" b="1">
                <a:solidFill>
                  <a:srgbClr val="BAC9BB"/>
                </a:solidFill>
                <a:latin typeface="Arial"/>
                <a:ea typeface="Arial"/>
                <a:cs typeface="Arial"/>
              </a:rPr>
              <a:t>THE ENGINEERING TARGET</a:t>
            </a:r>
          </a:p>
        </p:txBody>
      </p:sp>
      <p:sp>
        <p:nvSpPr>
          <p:cNvPr id="2" name="">
            <a:extLst xmlns:a="http://schemas.openxmlformats.org/drawingml/2006/main">
              <a:ext uri="{FF2B5EF4-FFF2-40B4-BE49-F238E27FC236}">
                <a16:creationId xmlns:a16="http://schemas.microsoft.com/office/drawing/2014/main" id="{E15CB9A2-9D63-426D-B445-B81732F085CB}"/>
              </a:ext>
            </a:extLst>
          </p:cNvPr>
          <p:cNvSpPr>
            <a:spLocks xmlns:a="http://schemas.openxmlformats.org/drawingml/2006/main" noGrp="1"/>
          </p:cNvSpPr>
          <p:nvPr/>
        </p:nvSpPr>
        <p:spPr>
          <a:xfrm xmlns:a="http://schemas.openxmlformats.org/drawingml/2006/main">
            <a:off x="542925" y="1019175"/>
            <a:ext cx="6667500" cy="238582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150" b="1">
                <a:solidFill>
                  <a:srgbClr val="D7EF87"/>
                </a:solidFill>
                <a:latin typeface="Arial"/>
                <a:ea typeface="Arial"/>
                <a:cs typeface="Arial"/>
              </a:defRPr>
            </a:pPr>
            <a:r>
              <a:rPr sz="15150" b="1">
                <a:solidFill>
                  <a:srgbClr val="D7EF87"/>
                </a:solidFill>
                <a:latin typeface="Arial"/>
                <a:ea typeface="Arial"/>
                <a:cs typeface="Arial"/>
              </a:rPr>
              <a:t>64</a:t>
            </a:r>
          </a:p>
        </p:txBody>
      </p:sp>
      <p:sp>
        <p:nvSpPr>
          <p:cNvPr id="3" name="">
            <a:extLst xmlns:a="http://schemas.openxmlformats.org/drawingml/2006/main">
              <a:ext uri="{FF2B5EF4-FFF2-40B4-BE49-F238E27FC236}">
                <a16:creationId xmlns:a16="http://schemas.microsoft.com/office/drawing/2014/main" id="{62D15399-A537-40B1-9D26-FA5CB30F1C4D}"/>
              </a:ext>
            </a:extLst>
          </p:cNvPr>
          <p:cNvSpPr>
            <a:spLocks xmlns:a="http://schemas.openxmlformats.org/drawingml/2006/main" noGrp="1"/>
          </p:cNvSpPr>
          <p:nvPr/>
        </p:nvSpPr>
        <p:spPr>
          <a:xfrm xmlns:a="http://schemas.openxmlformats.org/drawingml/2006/main">
            <a:off x="3733800" y="2057400"/>
            <a:ext cx="4286250" cy="8267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5250" b="1">
                <a:solidFill>
                  <a:srgbClr val="F5F1E7"/>
                </a:solidFill>
                <a:latin typeface="Arial"/>
                <a:ea typeface="Arial"/>
                <a:cs typeface="Arial"/>
              </a:defRPr>
            </a:pPr>
            <a:r>
              <a:rPr sz="5250" b="1">
                <a:solidFill>
                  <a:srgbClr val="F5F1E7"/>
                </a:solidFill>
                <a:latin typeface="Arial"/>
                <a:ea typeface="Arial"/>
                <a:cs typeface="Arial"/>
              </a:rPr>
              <a:t>kbps</a:t>
            </a:r>
          </a:p>
        </p:txBody>
      </p:sp>
      <p:sp>
        <p:nvSpPr>
          <p:cNvPr id="4" name="">
            <a:extLst xmlns:a="http://schemas.openxmlformats.org/drawingml/2006/main">
              <a:ext uri="{FF2B5EF4-FFF2-40B4-BE49-F238E27FC236}">
                <a16:creationId xmlns:a16="http://schemas.microsoft.com/office/drawing/2014/main" id="{2CE77F60-C822-46ED-B19B-A4150F7CE062}"/>
              </a:ext>
            </a:extLst>
          </p:cNvPr>
          <p:cNvSpPr>
            <a:spLocks xmlns:a="http://schemas.openxmlformats.org/drawingml/2006/main" noGrp="1"/>
          </p:cNvSpPr>
          <p:nvPr/>
        </p:nvSpPr>
        <p:spPr>
          <a:xfrm xmlns:a="http://schemas.openxmlformats.org/drawingml/2006/main">
            <a:off x="647700" y="3438525"/>
            <a:ext cx="666750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F5F1E7"/>
                </a:solidFill>
                <a:latin typeface="Arial"/>
                <a:ea typeface="Arial"/>
                <a:cs typeface="Arial"/>
              </a:defRPr>
            </a:pPr>
            <a:r>
              <a:rPr sz="3300" b="1">
                <a:solidFill>
                  <a:srgbClr val="F5F1E7"/>
                </a:solidFill>
                <a:latin typeface="Arial"/>
                <a:ea typeface="Arial"/>
                <a:cs typeface="Arial"/>
              </a:rPr>
              <a:t>For the board, the voice,</a:t>
            </a:r>
          </a:p>
        </p:txBody>
      </p:sp>
      <p:sp>
        <p:nvSpPr>
          <p:cNvPr id="5" name="">
            <a:extLst xmlns:a="http://schemas.openxmlformats.org/drawingml/2006/main">
              <a:ext uri="{FF2B5EF4-FFF2-40B4-BE49-F238E27FC236}">
                <a16:creationId xmlns:a16="http://schemas.microsoft.com/office/drawing/2014/main" id="{F68067C0-01AE-4671-8C33-3BBC25EC7BE4}"/>
              </a:ext>
            </a:extLst>
          </p:cNvPr>
          <p:cNvSpPr>
            <a:spLocks xmlns:a="http://schemas.openxmlformats.org/drawingml/2006/main" noGrp="1"/>
          </p:cNvSpPr>
          <p:nvPr/>
        </p:nvSpPr>
        <p:spPr>
          <a:xfrm xmlns:a="http://schemas.openxmlformats.org/drawingml/2006/main">
            <a:off x="647700" y="3928872"/>
            <a:ext cx="6667500" cy="519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300" b="1">
                <a:solidFill>
                  <a:srgbClr val="F5F1E7"/>
                </a:solidFill>
                <a:latin typeface="Arial"/>
                <a:ea typeface="Arial"/>
                <a:cs typeface="Arial"/>
              </a:defRPr>
            </a:pPr>
            <a:r>
              <a:rPr sz="3300" b="1">
                <a:solidFill>
                  <a:srgbClr val="F5F1E7"/>
                </a:solidFill>
                <a:latin typeface="Arial"/>
                <a:ea typeface="Arial"/>
                <a:cs typeface="Arial"/>
              </a:rPr>
              <a:t>and the transport.</a:t>
            </a:r>
          </a:p>
        </p:txBody>
      </p:sp>
      <p:sp>
        <p:nvSpPr>
          <p:cNvPr id="6" name="">
            <a:extLst xmlns:a="http://schemas.openxmlformats.org/drawingml/2006/main">
              <a:ext uri="{FF2B5EF4-FFF2-40B4-BE49-F238E27FC236}">
                <a16:creationId xmlns:a16="http://schemas.microsoft.com/office/drawing/2014/main" id="{AF2AAA82-648C-4F71-99A9-85F2CB8FDA38}"/>
              </a:ext>
            </a:extLst>
          </p:cNvPr>
          <p:cNvSpPr>
            <a:spLocks xmlns:a="http://schemas.openxmlformats.org/drawingml/2006/main" noGrp="1"/>
          </p:cNvSpPr>
          <p:nvPr/>
        </p:nvSpPr>
        <p:spPr>
          <a:xfrm xmlns:a="http://schemas.openxmlformats.org/drawingml/2006/main">
            <a:off x="8410575" y="1181100"/>
            <a:ext cx="32385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BAC9BB"/>
                </a:solidFill>
                <a:latin typeface="Arial"/>
                <a:ea typeface="Arial"/>
                <a:cs typeface="Arial"/>
              </a:defRPr>
            </a:pPr>
            <a:r>
              <a:rPr sz="1800" b="0">
                <a:solidFill>
                  <a:srgbClr val="BAC9BB"/>
                </a:solidFill>
                <a:latin typeface="Arial"/>
                <a:ea typeface="Arial"/>
                <a:cs typeface="Arial"/>
              </a:rPr>
              <a:t>Proposed average allocation</a:t>
            </a:r>
          </a:p>
        </p:txBody>
      </p:sp>
      <p:sp>
        <p:nvSpPr>
          <p:cNvPr id="7" name="">
            <a:extLst xmlns:a="http://schemas.openxmlformats.org/drawingml/2006/main">
              <a:ext uri="{FF2B5EF4-FFF2-40B4-BE49-F238E27FC236}">
                <a16:creationId xmlns:a16="http://schemas.microsoft.com/office/drawing/2014/main" id="{814A8E94-06D1-4FB3-B130-5960DA5389FF}"/>
              </a:ext>
            </a:extLst>
          </p:cNvPr>
          <p:cNvSpPr>
            <a:spLocks xmlns:a="http://schemas.openxmlformats.org/drawingml/2006/main" noGrp="1"/>
          </p:cNvSpPr>
          <p:nvPr/>
        </p:nvSpPr>
        <p:spPr>
          <a:xfrm xmlns:a="http://schemas.openxmlformats.org/drawingml/2006/main">
            <a:off x="8420100" y="1752600"/>
            <a:ext cx="1524000" cy="661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00" b="1">
                <a:solidFill>
                  <a:srgbClr val="F5F1E7"/>
                </a:solidFill>
                <a:latin typeface="Arial"/>
                <a:ea typeface="Arial"/>
                <a:cs typeface="Arial"/>
              </a:defRPr>
            </a:pPr>
            <a:r>
              <a:rPr sz="4200" b="1">
                <a:solidFill>
                  <a:srgbClr val="F5F1E7"/>
                </a:solidFill>
                <a:latin typeface="Arial"/>
                <a:ea typeface="Arial"/>
                <a:cs typeface="Arial"/>
              </a:rPr>
              <a:t>24</a:t>
            </a:r>
          </a:p>
        </p:txBody>
      </p:sp>
      <p:sp>
        <p:nvSpPr>
          <p:cNvPr id="8" name="">
            <a:extLst xmlns:a="http://schemas.openxmlformats.org/drawingml/2006/main">
              <a:ext uri="{FF2B5EF4-FFF2-40B4-BE49-F238E27FC236}">
                <a16:creationId xmlns:a16="http://schemas.microsoft.com/office/drawing/2014/main" id="{E763739E-84EE-4978-A540-48CE57AE95AF}"/>
              </a:ext>
            </a:extLst>
          </p:cNvPr>
          <p:cNvSpPr>
            <a:spLocks xmlns:a="http://schemas.openxmlformats.org/drawingml/2006/main" noGrp="1"/>
          </p:cNvSpPr>
          <p:nvPr/>
        </p:nvSpPr>
        <p:spPr>
          <a:xfrm xmlns:a="http://schemas.openxmlformats.org/drawingml/2006/main">
            <a:off x="9858375" y="1990725"/>
            <a:ext cx="169545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F5F1E7"/>
                </a:solidFill>
                <a:latin typeface="Arial"/>
                <a:ea typeface="Arial"/>
                <a:cs typeface="Arial"/>
              </a:defRPr>
            </a:pPr>
            <a:r>
              <a:rPr sz="1950" b="0">
                <a:solidFill>
                  <a:srgbClr val="F5F1E7"/>
                </a:solidFill>
                <a:latin typeface="Arial"/>
                <a:ea typeface="Arial"/>
                <a:cs typeface="Arial"/>
              </a:rPr>
              <a:t>Audio</a:t>
            </a:r>
          </a:p>
        </p:txBody>
      </p:sp>
      <p:sp>
        <p:nvSpPr>
          <p:cNvPr id="9" name="">
            <a:extLst xmlns:a="http://schemas.openxmlformats.org/drawingml/2006/main">
              <a:ext uri="{FF2B5EF4-FFF2-40B4-BE49-F238E27FC236}">
                <a16:creationId xmlns:a16="http://schemas.microsoft.com/office/drawing/2014/main" id="{57268796-459C-41AF-8EAC-136EA22DA8FC}"/>
              </a:ext>
            </a:extLst>
          </p:cNvPr>
          <p:cNvSpPr>
            <a:spLocks xmlns:a="http://schemas.openxmlformats.org/drawingml/2006/main" noGrp="1"/>
          </p:cNvSpPr>
          <p:nvPr/>
        </p:nvSpPr>
        <p:spPr>
          <a:xfrm xmlns:a="http://schemas.openxmlformats.org/drawingml/2006/main">
            <a:off x="8420100" y="2905125"/>
            <a:ext cx="1524000" cy="661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00" b="1">
                <a:solidFill>
                  <a:srgbClr val="F5F1E7"/>
                </a:solidFill>
                <a:latin typeface="Arial"/>
                <a:ea typeface="Arial"/>
                <a:cs typeface="Arial"/>
              </a:defRPr>
            </a:pPr>
            <a:r>
              <a:rPr sz="4200" b="1">
                <a:solidFill>
                  <a:srgbClr val="F5F1E7"/>
                </a:solidFill>
                <a:latin typeface="Arial"/>
                <a:ea typeface="Arial"/>
                <a:cs typeface="Arial"/>
              </a:rPr>
              <a:t>32</a:t>
            </a:r>
          </a:p>
        </p:txBody>
      </p:sp>
      <p:sp>
        <p:nvSpPr>
          <p:cNvPr id="10" name="">
            <a:extLst xmlns:a="http://schemas.openxmlformats.org/drawingml/2006/main">
              <a:ext uri="{FF2B5EF4-FFF2-40B4-BE49-F238E27FC236}">
                <a16:creationId xmlns:a16="http://schemas.microsoft.com/office/drawing/2014/main" id="{E7213A6C-A8FC-4388-B75D-193B026C69B5}"/>
              </a:ext>
            </a:extLst>
          </p:cNvPr>
          <p:cNvSpPr>
            <a:spLocks xmlns:a="http://schemas.openxmlformats.org/drawingml/2006/main" noGrp="1"/>
          </p:cNvSpPr>
          <p:nvPr/>
        </p:nvSpPr>
        <p:spPr>
          <a:xfrm xmlns:a="http://schemas.openxmlformats.org/drawingml/2006/main">
            <a:off x="9858375" y="3143250"/>
            <a:ext cx="171450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F5F1E7"/>
                </a:solidFill>
                <a:latin typeface="Arial"/>
                <a:ea typeface="Arial"/>
                <a:cs typeface="Arial"/>
              </a:defRPr>
            </a:pPr>
            <a:r>
              <a:rPr sz="1950" b="0">
                <a:solidFill>
                  <a:srgbClr val="F5F1E7"/>
                </a:solidFill>
                <a:latin typeface="Arial"/>
                <a:ea typeface="Arial"/>
                <a:cs typeface="Arial"/>
              </a:rPr>
              <a:t>Board</a:t>
            </a:r>
          </a:p>
        </p:txBody>
      </p:sp>
      <p:sp>
        <p:nvSpPr>
          <p:cNvPr id="11" name="">
            <a:extLst xmlns:a="http://schemas.openxmlformats.org/drawingml/2006/main">
              <a:ext uri="{FF2B5EF4-FFF2-40B4-BE49-F238E27FC236}">
                <a16:creationId xmlns:a16="http://schemas.microsoft.com/office/drawing/2014/main" id="{5F37E667-E0D1-4A44-91FF-847341371C6B}"/>
              </a:ext>
            </a:extLst>
          </p:cNvPr>
          <p:cNvSpPr>
            <a:spLocks xmlns:a="http://schemas.openxmlformats.org/drawingml/2006/main" noGrp="1"/>
          </p:cNvSpPr>
          <p:nvPr/>
        </p:nvSpPr>
        <p:spPr>
          <a:xfrm xmlns:a="http://schemas.openxmlformats.org/drawingml/2006/main">
            <a:off x="8420100" y="4057650"/>
            <a:ext cx="1524000" cy="6614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200" b="1">
                <a:solidFill>
                  <a:srgbClr val="F5F1E7"/>
                </a:solidFill>
                <a:latin typeface="Arial"/>
                <a:ea typeface="Arial"/>
                <a:cs typeface="Arial"/>
              </a:defRPr>
            </a:pPr>
            <a:r>
              <a:rPr sz="4200" b="1">
                <a:solidFill>
                  <a:srgbClr val="F5F1E7"/>
                </a:solidFill>
                <a:latin typeface="Arial"/>
                <a:ea typeface="Arial"/>
                <a:cs typeface="Arial"/>
              </a:rPr>
              <a:t>8</a:t>
            </a:r>
          </a:p>
        </p:txBody>
      </p:sp>
      <p:sp>
        <p:nvSpPr>
          <p:cNvPr id="12" name="">
            <a:extLst xmlns:a="http://schemas.openxmlformats.org/drawingml/2006/main">
              <a:ext uri="{FF2B5EF4-FFF2-40B4-BE49-F238E27FC236}">
                <a16:creationId xmlns:a16="http://schemas.microsoft.com/office/drawing/2014/main" id="{A5DC2371-AD1B-491A-8827-C4FFFBE6F7A1}"/>
              </a:ext>
            </a:extLst>
          </p:cNvPr>
          <p:cNvSpPr>
            <a:spLocks xmlns:a="http://schemas.openxmlformats.org/drawingml/2006/main" noGrp="1"/>
          </p:cNvSpPr>
          <p:nvPr/>
        </p:nvSpPr>
        <p:spPr>
          <a:xfrm xmlns:a="http://schemas.openxmlformats.org/drawingml/2006/main">
            <a:off x="9858375" y="4295775"/>
            <a:ext cx="1809750" cy="30708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950" b="0">
                <a:solidFill>
                  <a:srgbClr val="F5F1E7"/>
                </a:solidFill>
                <a:latin typeface="Arial"/>
                <a:ea typeface="Arial"/>
                <a:cs typeface="Arial"/>
              </a:defRPr>
            </a:pPr>
            <a:r>
              <a:rPr sz="1950" b="0">
                <a:solidFill>
                  <a:srgbClr val="F5F1E7"/>
                </a:solidFill>
                <a:latin typeface="Arial"/>
                <a:ea typeface="Arial"/>
                <a:cs typeface="Arial"/>
              </a:rPr>
              <a:t>Overhead</a:t>
            </a:r>
          </a:p>
        </p:txBody>
      </p:sp>
      <p:sp>
        <p:nvSpPr>
          <p:cNvPr id="13" name="">
            <a:extLst xmlns:a="http://schemas.openxmlformats.org/drawingml/2006/main">
              <a:ext uri="{FF2B5EF4-FFF2-40B4-BE49-F238E27FC236}">
                <a16:creationId xmlns:a16="http://schemas.microsoft.com/office/drawing/2014/main" id="{DC88FA26-3242-4FFD-BF3C-BB007D1C638D}"/>
              </a:ext>
            </a:extLst>
          </p:cNvPr>
          <p:cNvSpPr>
            <a:spLocks xmlns:a="http://schemas.openxmlformats.org/drawingml/2006/main" noGrp="1"/>
          </p:cNvSpPr>
          <p:nvPr/>
        </p:nvSpPr>
        <p:spPr>
          <a:xfrm xmlns:a="http://schemas.openxmlformats.org/drawingml/2006/main">
            <a:off x="8420100" y="5219700"/>
            <a:ext cx="323850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AC9BB"/>
                </a:solidFill>
                <a:latin typeface="Arial"/>
                <a:ea typeface="Arial"/>
                <a:cs typeface="Arial"/>
              </a:defRPr>
            </a:pPr>
            <a:r>
              <a:rPr sz="1275" b="0">
                <a:solidFill>
                  <a:srgbClr val="BAC9BB"/>
                </a:solidFill>
                <a:latin typeface="Arial"/>
                <a:ea typeface="Arial"/>
                <a:cs typeface="Arial"/>
              </a:rPr>
              <a:t>All values in kbps. Budget hypothesis;</a:t>
            </a:r>
          </a:p>
        </p:txBody>
      </p:sp>
      <p:sp>
        <p:nvSpPr>
          <p:cNvPr id="14" name="">
            <a:extLst xmlns:a="http://schemas.openxmlformats.org/drawingml/2006/main">
              <a:ext uri="{FF2B5EF4-FFF2-40B4-BE49-F238E27FC236}">
                <a16:creationId xmlns:a16="http://schemas.microsoft.com/office/drawing/2014/main" id="{8AA54DFA-41F4-4736-81E2-D0369753C927}"/>
              </a:ext>
            </a:extLst>
          </p:cNvPr>
          <p:cNvSpPr>
            <a:spLocks xmlns:a="http://schemas.openxmlformats.org/drawingml/2006/main" noGrp="1"/>
          </p:cNvSpPr>
          <p:nvPr/>
        </p:nvSpPr>
        <p:spPr>
          <a:xfrm xmlns:a="http://schemas.openxmlformats.org/drawingml/2006/main">
            <a:off x="8420100" y="5476875"/>
            <a:ext cx="323850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BAC9BB"/>
                </a:solidFill>
                <a:latin typeface="Arial"/>
                <a:ea typeface="Arial"/>
                <a:cs typeface="Arial"/>
              </a:defRPr>
            </a:pPr>
            <a:r>
              <a:rPr sz="1275" b="0">
                <a:solidFill>
                  <a:srgbClr val="BAC9BB"/>
                </a:solidFill>
                <a:latin typeface="Arial"/>
                <a:ea typeface="Arial"/>
                <a:cs typeface="Arial"/>
              </a:rPr>
              <a:t>bursts and recovery must fit the cap.</a:t>
            </a:r>
          </a:p>
        </p:txBody>
      </p:sp>
      <p:sp>
        <p:nvSpPr>
          <p:cNvPr id="15" name="">
            <a:extLst xmlns:a="http://schemas.openxmlformats.org/drawingml/2006/main">
              <a:ext uri="{FF2B5EF4-FFF2-40B4-BE49-F238E27FC236}">
                <a16:creationId xmlns:a16="http://schemas.microsoft.com/office/drawing/2014/main" id="{CFD24329-AA9C-4ED0-B0F2-6E73ACEDA923}"/>
              </a:ext>
            </a:extLst>
          </p:cNvPr>
          <p:cNvSpPr>
            <a:spLocks xmlns:a="http://schemas.openxmlformats.org/drawingml/2006/main" noGrp="1"/>
          </p:cNvSpPr>
          <p:nvPr/>
        </p:nvSpPr>
        <p:spPr>
          <a:xfrm xmlns:a="http://schemas.openxmlformats.org/drawingml/2006/main">
            <a:off x="647700" y="5876925"/>
            <a:ext cx="101917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1">
                <a:solidFill>
                  <a:srgbClr val="D7EF87"/>
                </a:solidFill>
                <a:latin typeface="Arial"/>
                <a:ea typeface="Arial"/>
                <a:cs typeface="Arial"/>
              </a:defRPr>
            </a:pPr>
            <a:r>
              <a:rPr sz="1725" b="1">
                <a:solidFill>
                  <a:srgbClr val="D7EF87"/>
                </a:solidFill>
                <a:latin typeface="Arial"/>
                <a:ea typeface="Arial"/>
                <a:cs typeface="Arial"/>
              </a:rPr>
              <a:t>DESIGN TARGET — NOT A MEASURED RESULT</a:t>
            </a:r>
          </a:p>
        </p:txBody>
      </p:sp>
      <p:sp>
        <p:nvSpPr>
          <p:cNvPr id="16" name="">
            <a:extLst xmlns:a="http://schemas.openxmlformats.org/drawingml/2006/main">
              <a:ext uri="{FF2B5EF4-FFF2-40B4-BE49-F238E27FC236}">
                <a16:creationId xmlns:a16="http://schemas.microsoft.com/office/drawing/2014/main" id="{0C77E5E9-A031-4A5D-A132-D1967F0D59C7}"/>
              </a:ext>
            </a:extLst>
          </p:cNvPr>
          <p:cNvSpPr>
            <a:spLocks xmlns:a="http://schemas.openxmlformats.org/drawingml/2006/main" noGrp="1"/>
          </p:cNvSpPr>
          <p:nvPr/>
        </p:nvSpPr>
        <p:spPr>
          <a:xfrm xmlns:a="http://schemas.openxmlformats.org/drawingml/2006/main">
            <a:off x="11144250" y="6362700"/>
            <a:ext cx="4381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BAC9BB"/>
                </a:solidFill>
                <a:latin typeface="Arial"/>
                <a:ea typeface="Arial"/>
                <a:cs typeface="Arial"/>
              </a:defRPr>
            </a:pPr>
            <a:r>
              <a:rPr sz="1125" b="0">
                <a:solidFill>
                  <a:srgbClr val="BAC9BB"/>
                </a:solidFill>
                <a:latin typeface="Arial"/>
                <a:ea typeface="Arial"/>
                <a:cs typeface="Arial"/>
              </a:rPr>
              <a:t>04</a:t>
            </a:r>
          </a:p>
        </p:txBody>
      </p:sp>
    </p:spTree>
    <p:extLst>
      <p:ext uri="{BB962C8B-B14F-4D97-AF65-F5344CB8AC3E}">
        <p14:creationId xmlns:p14="http://schemas.microsoft.com/office/powerpoint/2010/main" val="1567440214"/>
      </p:ext>
    </p:extLst>
  </p:cSld>
</p:sld>
</file>

<file path=ppt/slides/slide5.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B1370AA-E215-4E79-A044-266890327A6E}"/>
              </a:ext>
            </a:extLst>
          </p:cNvPr>
          <p:cNvSpPr>
            <a:spLocks xmlns:a="http://schemas.openxmlformats.org/drawingml/2006/main" noGrp="1"/>
          </p:cNvSpPr>
          <p:nvPr/>
        </p:nvSpPr>
        <p:spPr>
          <a:xfrm xmlns:a="http://schemas.openxmlformats.org/drawingml/2006/main">
            <a:off x="609600" y="361950"/>
            <a:ext cx="1085850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1">
                <a:solidFill>
                  <a:srgbClr val="5B6B62"/>
                </a:solidFill>
                <a:latin typeface="Arial"/>
                <a:ea typeface="Arial"/>
                <a:cs typeface="Arial"/>
              </a:defRPr>
            </a:pPr>
            <a:r>
              <a:rPr sz="1275" b="1">
                <a:solidFill>
                  <a:srgbClr val="5B6B62"/>
                </a:solidFill>
                <a:latin typeface="Arial"/>
                <a:ea typeface="Arial"/>
                <a:cs typeface="Arial"/>
              </a:rPr>
              <a:t>WHY SNAPDRAGON</a:t>
            </a:r>
          </a:p>
        </p:txBody>
      </p:sp>
      <p:sp>
        <p:nvSpPr>
          <p:cNvPr id="2" name="">
            <a:extLst xmlns:a="http://schemas.openxmlformats.org/drawingml/2006/main">
              <a:ext uri="{FF2B5EF4-FFF2-40B4-BE49-F238E27FC236}">
                <a16:creationId xmlns:a16="http://schemas.microsoft.com/office/drawing/2014/main" id="{C32AA925-1C05-4CE0-B356-5E28545C5142}"/>
              </a:ext>
            </a:extLst>
          </p:cNvPr>
          <p:cNvSpPr>
            <a:spLocks xmlns:a="http://schemas.openxmlformats.org/drawingml/2006/main" noGrp="1"/>
          </p:cNvSpPr>
          <p:nvPr/>
        </p:nvSpPr>
        <p:spPr>
          <a:xfrm xmlns:a="http://schemas.openxmlformats.org/drawingml/2006/main">
            <a:off x="609600" y="914400"/>
            <a:ext cx="1095375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02D27"/>
                </a:solidFill>
                <a:latin typeface="Arial"/>
                <a:ea typeface="Arial"/>
                <a:cs typeface="Arial"/>
              </a:defRPr>
            </a:pPr>
            <a:r>
              <a:rPr sz="3600" b="1">
                <a:solidFill>
                  <a:srgbClr val="102D27"/>
                </a:solidFill>
                <a:latin typeface="Arial"/>
                <a:ea typeface="Arial"/>
                <a:cs typeface="Arial"/>
              </a:rPr>
              <a:t>Spend compute beside the teacher.</a:t>
            </a:r>
          </a:p>
        </p:txBody>
      </p:sp>
      <p:sp>
        <p:nvSpPr>
          <p:cNvPr id="3" name="">
            <a:extLst xmlns:a="http://schemas.openxmlformats.org/drawingml/2006/main">
              <a:ext uri="{FF2B5EF4-FFF2-40B4-BE49-F238E27FC236}">
                <a16:creationId xmlns:a16="http://schemas.microsoft.com/office/drawing/2014/main" id="{5980C203-B236-4CB5-BD56-527EFC49FFCB}"/>
              </a:ext>
            </a:extLst>
          </p:cNvPr>
          <p:cNvSpPr>
            <a:spLocks xmlns:a="http://schemas.openxmlformats.org/drawingml/2006/main" noGrp="1"/>
          </p:cNvSpPr>
          <p:nvPr/>
        </p:nvSpPr>
        <p:spPr>
          <a:xfrm xmlns:a="http://schemas.openxmlformats.org/drawingml/2006/main">
            <a:off x="609600" y="1449324"/>
            <a:ext cx="10953750" cy="5669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00" b="1">
                <a:solidFill>
                  <a:srgbClr val="102D27"/>
                </a:solidFill>
                <a:latin typeface="Arial"/>
                <a:ea typeface="Arial"/>
                <a:cs typeface="Arial"/>
              </a:defRPr>
            </a:pPr>
            <a:r>
              <a:rPr sz="3600" b="1">
                <a:solidFill>
                  <a:srgbClr val="102D27"/>
                </a:solidFill>
                <a:latin typeface="Arial"/>
                <a:ea typeface="Arial"/>
                <a:cs typeface="Arial"/>
              </a:rPr>
              <a:t>Save bandwidth for the learner.</a:t>
            </a:r>
          </a:p>
        </p:txBody>
      </p:sp>
      <p:sp>
        <p:nvSpPr>
          <p:cNvPr id="4" name="">
            <a:extLst xmlns:a="http://schemas.openxmlformats.org/drawingml/2006/main">
              <a:ext uri="{FF2B5EF4-FFF2-40B4-BE49-F238E27FC236}">
                <a16:creationId xmlns:a16="http://schemas.microsoft.com/office/drawing/2014/main" id="{DD6F57E3-CBCF-4447-8687-0478F9012CB1}"/>
              </a:ext>
            </a:extLst>
          </p:cNvPr>
          <p:cNvSpPr>
            <a:spLocks xmlns:a="http://schemas.openxmlformats.org/drawingml/2006/main" noGrp="1"/>
          </p:cNvSpPr>
          <p:nvPr/>
        </p:nvSpPr>
        <p:spPr>
          <a:xfrm xmlns:a="http://schemas.openxmlformats.org/drawingml/2006/main">
            <a:off x="609600" y="2800350"/>
            <a:ext cx="342900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102D27"/>
                </a:solidFill>
                <a:latin typeface="Arial"/>
                <a:ea typeface="Arial"/>
                <a:cs typeface="Arial"/>
              </a:defRPr>
            </a:pPr>
            <a:r>
              <a:rPr sz="2400" b="1">
                <a:solidFill>
                  <a:srgbClr val="102D27"/>
                </a:solidFill>
                <a:latin typeface="Arial"/>
                <a:ea typeface="Arial"/>
                <a:cs typeface="Arial"/>
              </a:rPr>
              <a:t>01  Observe</a:t>
            </a:r>
          </a:p>
        </p:txBody>
      </p:sp>
      <p:sp>
        <p:nvSpPr>
          <p:cNvPr id="5" name="">
            <a:extLst xmlns:a="http://schemas.openxmlformats.org/drawingml/2006/main">
              <a:ext uri="{FF2B5EF4-FFF2-40B4-BE49-F238E27FC236}">
                <a16:creationId xmlns:a16="http://schemas.microsoft.com/office/drawing/2014/main" id="{824ED6F1-843E-4865-A10A-7217D7831E38}"/>
              </a:ext>
            </a:extLst>
          </p:cNvPr>
          <p:cNvSpPr>
            <a:spLocks xmlns:a="http://schemas.openxmlformats.org/drawingml/2006/main" noGrp="1"/>
          </p:cNvSpPr>
          <p:nvPr/>
        </p:nvSpPr>
        <p:spPr>
          <a:xfrm xmlns:a="http://schemas.openxmlformats.org/drawingml/2006/main">
            <a:off x="609600" y="3286125"/>
            <a:ext cx="371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B6B62"/>
                </a:solidFill>
                <a:latin typeface="Arial"/>
                <a:ea typeface="Arial"/>
                <a:cs typeface="Arial"/>
              </a:defRPr>
            </a:pPr>
            <a:r>
              <a:rPr sz="1875" b="0">
                <a:solidFill>
                  <a:srgbClr val="5B6B62"/>
                </a:solidFill>
                <a:latin typeface="Arial"/>
                <a:ea typeface="Arial"/>
                <a:cs typeface="Arial"/>
              </a:rPr>
              <a:t>USB camera → board crop</a:t>
            </a:r>
          </a:p>
        </p:txBody>
      </p:sp>
      <p:sp>
        <p:nvSpPr>
          <p:cNvPr id="6" name="">
            <a:extLst xmlns:a="http://schemas.openxmlformats.org/drawingml/2006/main">
              <a:ext uri="{FF2B5EF4-FFF2-40B4-BE49-F238E27FC236}">
                <a16:creationId xmlns:a16="http://schemas.microsoft.com/office/drawing/2014/main" id="{5606979F-7CFB-418A-AF24-18AA41156B67}"/>
              </a:ext>
            </a:extLst>
          </p:cNvPr>
          <p:cNvSpPr>
            <a:spLocks xmlns:a="http://schemas.openxmlformats.org/drawingml/2006/main" noGrp="1"/>
          </p:cNvSpPr>
          <p:nvPr/>
        </p:nvSpPr>
        <p:spPr>
          <a:xfrm xmlns:a="http://schemas.openxmlformats.org/drawingml/2006/main">
            <a:off x="609600" y="3564731"/>
            <a:ext cx="3714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B6B62"/>
                </a:solidFill>
                <a:latin typeface="Arial"/>
                <a:ea typeface="Arial"/>
                <a:cs typeface="Arial"/>
              </a:defRPr>
            </a:pPr>
            <a:r>
              <a:rPr sz="1875" b="0">
                <a:solidFill>
                  <a:srgbClr val="5B6B62"/>
                </a:solidFill>
                <a:latin typeface="Arial"/>
                <a:ea typeface="Arial"/>
                <a:cs typeface="Arial"/>
              </a:rPr>
              <a:t>Perspective alignment on CPU.</a:t>
            </a:r>
          </a:p>
        </p:txBody>
      </p:sp>
      <p:sp>
        <p:nvSpPr>
          <p:cNvPr id="7" name="">
            <a:extLst xmlns:a="http://schemas.openxmlformats.org/drawingml/2006/main">
              <a:ext uri="{FF2B5EF4-FFF2-40B4-BE49-F238E27FC236}">
                <a16:creationId xmlns:a16="http://schemas.microsoft.com/office/drawing/2014/main" id="{C524212B-0874-44FA-A681-2AF8EEE3AD7D}"/>
              </a:ext>
            </a:extLst>
          </p:cNvPr>
          <p:cNvSpPr>
            <a:spLocks xmlns:a="http://schemas.openxmlformats.org/drawingml/2006/main" noGrp="1"/>
          </p:cNvSpPr>
          <p:nvPr/>
        </p:nvSpPr>
        <p:spPr>
          <a:xfrm xmlns:a="http://schemas.openxmlformats.org/drawingml/2006/main">
            <a:off x="4667250" y="2800350"/>
            <a:ext cx="33337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102D27"/>
                </a:solidFill>
                <a:latin typeface="Arial"/>
                <a:ea typeface="Arial"/>
                <a:cs typeface="Arial"/>
              </a:defRPr>
            </a:pPr>
            <a:r>
              <a:rPr sz="2400" b="1">
                <a:solidFill>
                  <a:srgbClr val="102D27"/>
                </a:solidFill>
                <a:latin typeface="Arial"/>
                <a:ea typeface="Arial"/>
                <a:cs typeface="Arial"/>
              </a:rPr>
              <a:t>02  Separate</a:t>
            </a:r>
          </a:p>
        </p:txBody>
      </p:sp>
      <p:sp>
        <p:nvSpPr>
          <p:cNvPr id="8" name="">
            <a:extLst xmlns:a="http://schemas.openxmlformats.org/drawingml/2006/main">
              <a:ext uri="{FF2B5EF4-FFF2-40B4-BE49-F238E27FC236}">
                <a16:creationId xmlns:a16="http://schemas.microsoft.com/office/drawing/2014/main" id="{A1F27A39-C0E9-4185-A87A-7E9EB4EB1162}"/>
              </a:ext>
            </a:extLst>
          </p:cNvPr>
          <p:cNvSpPr>
            <a:spLocks xmlns:a="http://schemas.openxmlformats.org/drawingml/2006/main" noGrp="1"/>
          </p:cNvSpPr>
          <p:nvPr/>
        </p:nvSpPr>
        <p:spPr>
          <a:xfrm xmlns:a="http://schemas.openxmlformats.org/drawingml/2006/main">
            <a:off x="4667250" y="3286125"/>
            <a:ext cx="381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B6B62"/>
                </a:solidFill>
                <a:latin typeface="Arial"/>
                <a:ea typeface="Arial"/>
                <a:cs typeface="Arial"/>
              </a:defRPr>
            </a:pPr>
            <a:r>
              <a:rPr sz="1875" b="0">
                <a:solidFill>
                  <a:srgbClr val="5B6B62"/>
                </a:solidFill>
                <a:latin typeface="Arial"/>
                <a:ea typeface="Arial"/>
                <a:cs typeface="Arial"/>
              </a:rPr>
              <a:t>NPU segmentation identifies</a:t>
            </a:r>
          </a:p>
        </p:txBody>
      </p:sp>
      <p:sp>
        <p:nvSpPr>
          <p:cNvPr id="9" name="">
            <a:extLst xmlns:a="http://schemas.openxmlformats.org/drawingml/2006/main">
              <a:ext uri="{FF2B5EF4-FFF2-40B4-BE49-F238E27FC236}">
                <a16:creationId xmlns:a16="http://schemas.microsoft.com/office/drawing/2014/main" id="{42A62672-DF4F-4574-AEF2-DBF7A2F21ABE}"/>
              </a:ext>
            </a:extLst>
          </p:cNvPr>
          <p:cNvSpPr>
            <a:spLocks xmlns:a="http://schemas.openxmlformats.org/drawingml/2006/main" noGrp="1"/>
          </p:cNvSpPr>
          <p:nvPr/>
        </p:nvSpPr>
        <p:spPr>
          <a:xfrm xmlns:a="http://schemas.openxmlformats.org/drawingml/2006/main">
            <a:off x="4667250" y="3564731"/>
            <a:ext cx="3810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B6B62"/>
                </a:solidFill>
                <a:latin typeface="Arial"/>
                <a:ea typeface="Arial"/>
                <a:cs typeface="Arial"/>
              </a:defRPr>
            </a:pPr>
            <a:r>
              <a:rPr sz="1875" b="0">
                <a:solidFill>
                  <a:srgbClr val="5B6B62"/>
                </a:solidFill>
                <a:latin typeface="Arial"/>
                <a:ea typeface="Arial"/>
                <a:cs typeface="Arial"/>
              </a:rPr>
              <a:t>the presenter and occlusion.</a:t>
            </a:r>
          </a:p>
        </p:txBody>
      </p:sp>
      <p:sp>
        <p:nvSpPr>
          <p:cNvPr id="10" name="">
            <a:extLst xmlns:a="http://schemas.openxmlformats.org/drawingml/2006/main">
              <a:ext uri="{FF2B5EF4-FFF2-40B4-BE49-F238E27FC236}">
                <a16:creationId xmlns:a16="http://schemas.microsoft.com/office/drawing/2014/main" id="{01DE7AC9-BCCD-4AA7-98EE-FBEC7B1A926D}"/>
              </a:ext>
            </a:extLst>
          </p:cNvPr>
          <p:cNvSpPr>
            <a:spLocks xmlns:a="http://schemas.openxmlformats.org/drawingml/2006/main" noGrp="1"/>
          </p:cNvSpPr>
          <p:nvPr/>
        </p:nvSpPr>
        <p:spPr>
          <a:xfrm xmlns:a="http://schemas.openxmlformats.org/drawingml/2006/main">
            <a:off x="609600" y="4495800"/>
            <a:ext cx="342900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102D27"/>
                </a:solidFill>
                <a:latin typeface="Arial"/>
                <a:ea typeface="Arial"/>
                <a:cs typeface="Arial"/>
              </a:defRPr>
            </a:pPr>
            <a:r>
              <a:rPr sz="2400" b="1">
                <a:solidFill>
                  <a:srgbClr val="102D27"/>
                </a:solidFill>
                <a:latin typeface="Arial"/>
                <a:ea typeface="Arial"/>
                <a:cs typeface="Arial"/>
              </a:rPr>
              <a:t>03  Preserve</a:t>
            </a:r>
          </a:p>
        </p:txBody>
      </p:sp>
      <p:sp>
        <p:nvSpPr>
          <p:cNvPr id="11" name="">
            <a:extLst xmlns:a="http://schemas.openxmlformats.org/drawingml/2006/main">
              <a:ext uri="{FF2B5EF4-FFF2-40B4-BE49-F238E27FC236}">
                <a16:creationId xmlns:a16="http://schemas.microsoft.com/office/drawing/2014/main" id="{208103E7-70E5-4C26-9C69-6899A28929A2}"/>
              </a:ext>
            </a:extLst>
          </p:cNvPr>
          <p:cNvSpPr>
            <a:spLocks xmlns:a="http://schemas.openxmlformats.org/drawingml/2006/main" noGrp="1"/>
          </p:cNvSpPr>
          <p:nvPr/>
        </p:nvSpPr>
        <p:spPr>
          <a:xfrm xmlns:a="http://schemas.openxmlformats.org/drawingml/2006/main">
            <a:off x="609600" y="4981575"/>
            <a:ext cx="3857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B6B62"/>
                </a:solidFill>
                <a:latin typeface="Arial"/>
                <a:ea typeface="Arial"/>
                <a:cs typeface="Arial"/>
              </a:defRPr>
            </a:pPr>
            <a:r>
              <a:rPr sz="1875" b="0">
                <a:solidFill>
                  <a:srgbClr val="5B6B62"/>
                </a:solidFill>
                <a:latin typeface="Arial"/>
                <a:ea typeface="Arial"/>
                <a:cs typeface="Arial"/>
              </a:rPr>
              <a:t>CPU tracks observed pixels,</a:t>
            </a:r>
          </a:p>
        </p:txBody>
      </p:sp>
      <p:sp>
        <p:nvSpPr>
          <p:cNvPr id="12" name="">
            <a:extLst xmlns:a="http://schemas.openxmlformats.org/drawingml/2006/main">
              <a:ext uri="{FF2B5EF4-FFF2-40B4-BE49-F238E27FC236}">
                <a16:creationId xmlns:a16="http://schemas.microsoft.com/office/drawing/2014/main" id="{7EB4FD40-25E1-4010-AABB-AC0684718623}"/>
              </a:ext>
            </a:extLst>
          </p:cNvPr>
          <p:cNvSpPr>
            <a:spLocks xmlns:a="http://schemas.openxmlformats.org/drawingml/2006/main" noGrp="1"/>
          </p:cNvSpPr>
          <p:nvPr/>
        </p:nvSpPr>
        <p:spPr>
          <a:xfrm xmlns:a="http://schemas.openxmlformats.org/drawingml/2006/main">
            <a:off x="609600" y="5260181"/>
            <a:ext cx="3857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B6B62"/>
                </a:solidFill>
                <a:latin typeface="Arial"/>
                <a:ea typeface="Arial"/>
                <a:cs typeface="Arial"/>
              </a:defRPr>
            </a:pPr>
            <a:r>
              <a:rPr sz="1875" b="0">
                <a:solidFill>
                  <a:srgbClr val="5B6B62"/>
                </a:solidFill>
                <a:latin typeface="Arial"/>
                <a:ea typeface="Arial"/>
                <a:cs typeface="Arial"/>
              </a:rPr>
              <a:t>erasures and board versions.</a:t>
            </a:r>
          </a:p>
        </p:txBody>
      </p:sp>
      <p:sp>
        <p:nvSpPr>
          <p:cNvPr id="13" name="">
            <a:extLst xmlns:a="http://schemas.openxmlformats.org/drawingml/2006/main">
              <a:ext uri="{FF2B5EF4-FFF2-40B4-BE49-F238E27FC236}">
                <a16:creationId xmlns:a16="http://schemas.microsoft.com/office/drawing/2014/main" id="{8E1729FE-3928-43D1-919A-1621C4408126}"/>
              </a:ext>
            </a:extLst>
          </p:cNvPr>
          <p:cNvSpPr>
            <a:spLocks xmlns:a="http://schemas.openxmlformats.org/drawingml/2006/main" noGrp="1"/>
          </p:cNvSpPr>
          <p:nvPr/>
        </p:nvSpPr>
        <p:spPr>
          <a:xfrm xmlns:a="http://schemas.openxmlformats.org/drawingml/2006/main">
            <a:off x="4667250" y="4495800"/>
            <a:ext cx="333375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102D27"/>
                </a:solidFill>
                <a:latin typeface="Arial"/>
                <a:ea typeface="Arial"/>
                <a:cs typeface="Arial"/>
              </a:defRPr>
            </a:pPr>
            <a:r>
              <a:rPr sz="2400" b="1">
                <a:solidFill>
                  <a:srgbClr val="102D27"/>
                </a:solidFill>
                <a:latin typeface="Arial"/>
                <a:ea typeface="Arial"/>
                <a:cs typeface="Arial"/>
              </a:rPr>
              <a:t>04  Deliver</a:t>
            </a:r>
          </a:p>
        </p:txBody>
      </p:sp>
      <p:sp>
        <p:nvSpPr>
          <p:cNvPr id="14" name="">
            <a:extLst xmlns:a="http://schemas.openxmlformats.org/drawingml/2006/main">
              <a:ext uri="{FF2B5EF4-FFF2-40B4-BE49-F238E27FC236}">
                <a16:creationId xmlns:a16="http://schemas.microsoft.com/office/drawing/2014/main" id="{4CCE49FF-E826-4680-B310-414D5FCDD943}"/>
              </a:ext>
            </a:extLst>
          </p:cNvPr>
          <p:cNvSpPr>
            <a:spLocks xmlns:a="http://schemas.openxmlformats.org/drawingml/2006/main" noGrp="1"/>
          </p:cNvSpPr>
          <p:nvPr/>
        </p:nvSpPr>
        <p:spPr>
          <a:xfrm xmlns:a="http://schemas.openxmlformats.org/drawingml/2006/main">
            <a:off x="4667250" y="4981575"/>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B6B62"/>
                </a:solidFill>
                <a:latin typeface="Arial"/>
                <a:ea typeface="Arial"/>
                <a:cs typeface="Arial"/>
              </a:defRPr>
            </a:pPr>
            <a:r>
              <a:rPr sz="1875" b="0">
                <a:solidFill>
                  <a:srgbClr val="5B6B62"/>
                </a:solidFill>
                <a:latin typeface="Arial"/>
                <a:ea typeface="Arial"/>
                <a:cs typeface="Arial"/>
              </a:rPr>
              <a:t>Changed regions + audio.</a:t>
            </a:r>
          </a:p>
        </p:txBody>
      </p:sp>
      <p:sp>
        <p:nvSpPr>
          <p:cNvPr id="15" name="">
            <a:extLst xmlns:a="http://schemas.openxmlformats.org/drawingml/2006/main">
              <a:ext uri="{FF2B5EF4-FFF2-40B4-BE49-F238E27FC236}">
                <a16:creationId xmlns:a16="http://schemas.microsoft.com/office/drawing/2014/main" id="{C736B916-A1D0-4BB2-9D45-6031C3557464}"/>
              </a:ext>
            </a:extLst>
          </p:cNvPr>
          <p:cNvSpPr>
            <a:spLocks xmlns:a="http://schemas.openxmlformats.org/drawingml/2006/main" noGrp="1"/>
          </p:cNvSpPr>
          <p:nvPr/>
        </p:nvSpPr>
        <p:spPr>
          <a:xfrm xmlns:a="http://schemas.openxmlformats.org/drawingml/2006/main">
            <a:off x="4667250" y="5260181"/>
            <a:ext cx="3905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5B6B62"/>
                </a:solidFill>
                <a:latin typeface="Arial"/>
                <a:ea typeface="Arial"/>
                <a:cs typeface="Arial"/>
              </a:defRPr>
            </a:pPr>
            <a:r>
              <a:rPr sz="1875" b="0">
                <a:solidFill>
                  <a:srgbClr val="5B6B62"/>
                </a:solidFill>
                <a:latin typeface="Arial"/>
                <a:ea typeface="Arial"/>
                <a:cs typeface="Arial"/>
              </a:rPr>
              <a:t>A browser rebuilds the board.</a:t>
            </a:r>
          </a:p>
        </p:txBody>
      </p:sp>
      <p:sp>
        <p:nvSpPr>
          <p:cNvPr id="16" name="">
            <a:extLst xmlns:a="http://schemas.openxmlformats.org/drawingml/2006/main">
              <a:ext uri="{FF2B5EF4-FFF2-40B4-BE49-F238E27FC236}">
                <a16:creationId xmlns:a16="http://schemas.microsoft.com/office/drawing/2014/main" id="{0240079C-7ADA-4A48-83C0-1439A4A8193A}"/>
              </a:ext>
            </a:extLst>
          </p:cNvPr>
          <p:cNvSpPr>
            <a:spLocks xmlns:a="http://schemas.openxmlformats.org/drawingml/2006/main" noGrp="1"/>
          </p:cNvSpPr>
          <p:nvPr/>
        </p:nvSpPr>
        <p:spPr>
          <a:xfrm xmlns:a="http://schemas.openxmlformats.org/drawingml/2006/main">
            <a:off x="9096375" y="2800350"/>
            <a:ext cx="2571750" cy="25984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650" b="1">
                <a:solidFill>
                  <a:srgbClr val="A44E35"/>
                </a:solidFill>
                <a:latin typeface="Arial"/>
                <a:ea typeface="Arial"/>
                <a:cs typeface="Arial"/>
              </a:defRPr>
            </a:pPr>
            <a:r>
              <a:rPr sz="1650" b="1">
                <a:solidFill>
                  <a:srgbClr val="A44E35"/>
                </a:solidFill>
                <a:latin typeface="Arial"/>
                <a:ea typeface="Arial"/>
                <a:cs typeface="Arial"/>
              </a:rPr>
              <a:t>LOCAL AI</a:t>
            </a:r>
          </a:p>
        </p:txBody>
      </p:sp>
      <p:sp>
        <p:nvSpPr>
          <p:cNvPr id="17" name="">
            <a:extLst xmlns:a="http://schemas.openxmlformats.org/drawingml/2006/main">
              <a:ext uri="{FF2B5EF4-FFF2-40B4-BE49-F238E27FC236}">
                <a16:creationId xmlns:a16="http://schemas.microsoft.com/office/drawing/2014/main" id="{B372FA55-4CD5-451A-90C0-89020E17D4B1}"/>
              </a:ext>
            </a:extLst>
          </p:cNvPr>
          <p:cNvSpPr>
            <a:spLocks xmlns:a="http://schemas.openxmlformats.org/drawingml/2006/main" noGrp="1"/>
          </p:cNvSpPr>
          <p:nvPr/>
        </p:nvSpPr>
        <p:spPr>
          <a:xfrm xmlns:a="http://schemas.openxmlformats.org/drawingml/2006/main">
            <a:off x="9096375" y="3228975"/>
            <a:ext cx="2667000" cy="4251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102D27"/>
                </a:solidFill>
                <a:latin typeface="Arial"/>
                <a:ea typeface="Arial"/>
                <a:cs typeface="Arial"/>
              </a:defRPr>
            </a:pPr>
            <a:r>
              <a:rPr sz="2700" b="1">
                <a:solidFill>
                  <a:srgbClr val="102D27"/>
                </a:solidFill>
                <a:latin typeface="Arial"/>
                <a:ea typeface="Arial"/>
                <a:cs typeface="Arial"/>
              </a:rPr>
              <a:t>Snapdragon X</a:t>
            </a:r>
          </a:p>
        </p:txBody>
      </p:sp>
      <p:sp>
        <p:nvSpPr>
          <p:cNvPr id="18" name="">
            <a:extLst xmlns:a="http://schemas.openxmlformats.org/drawingml/2006/main">
              <a:ext uri="{FF2B5EF4-FFF2-40B4-BE49-F238E27FC236}">
                <a16:creationId xmlns:a16="http://schemas.microsoft.com/office/drawing/2014/main" id="{5F4A0979-EFAF-48E0-A231-523233CEA611}"/>
              </a:ext>
            </a:extLst>
          </p:cNvPr>
          <p:cNvSpPr>
            <a:spLocks xmlns:a="http://schemas.openxmlformats.org/drawingml/2006/main" noGrp="1"/>
          </p:cNvSpPr>
          <p:nvPr/>
        </p:nvSpPr>
        <p:spPr>
          <a:xfrm xmlns:a="http://schemas.openxmlformats.org/drawingml/2006/main">
            <a:off x="9096375" y="3630168"/>
            <a:ext cx="2667000" cy="42519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700" b="1">
                <a:solidFill>
                  <a:srgbClr val="102D27"/>
                </a:solidFill>
                <a:latin typeface="Arial"/>
                <a:ea typeface="Arial"/>
                <a:cs typeface="Arial"/>
              </a:defRPr>
            </a:pPr>
            <a:r>
              <a:rPr sz="2700" b="1">
                <a:solidFill>
                  <a:srgbClr val="102D27"/>
                </a:solidFill>
                <a:latin typeface="Arial"/>
                <a:ea typeface="Arial"/>
                <a:cs typeface="Arial"/>
              </a:rPr>
              <a:t>HP PC</a:t>
            </a:r>
          </a:p>
        </p:txBody>
      </p:sp>
      <p:sp>
        <p:nvSpPr>
          <p:cNvPr id="19" name="">
            <a:extLst xmlns:a="http://schemas.openxmlformats.org/drawingml/2006/main">
              <a:ext uri="{FF2B5EF4-FFF2-40B4-BE49-F238E27FC236}">
                <a16:creationId xmlns:a16="http://schemas.microsoft.com/office/drawing/2014/main" id="{F0AAD480-8632-445B-A094-44ACE33736E5}"/>
              </a:ext>
            </a:extLst>
          </p:cNvPr>
          <p:cNvSpPr>
            <a:spLocks xmlns:a="http://schemas.openxmlformats.org/drawingml/2006/main" noGrp="1"/>
          </p:cNvSpPr>
          <p:nvPr/>
        </p:nvSpPr>
        <p:spPr>
          <a:xfrm xmlns:a="http://schemas.openxmlformats.org/drawingml/2006/main">
            <a:off x="9096375" y="4486275"/>
            <a:ext cx="2667000" cy="248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5B6B62"/>
                </a:solidFill>
                <a:latin typeface="Arial"/>
                <a:ea typeface="Arial"/>
                <a:cs typeface="Arial"/>
              </a:defRPr>
            </a:pPr>
            <a:r>
              <a:rPr sz="1575" b="0">
                <a:solidFill>
                  <a:srgbClr val="5B6B62"/>
                </a:solidFill>
                <a:latin typeface="Arial"/>
                <a:ea typeface="Arial"/>
                <a:cs typeface="Arial"/>
              </a:rPr>
              <a:t>Candidate model:</a:t>
            </a:r>
          </a:p>
        </p:txBody>
      </p:sp>
      <p:sp>
        <p:nvSpPr>
          <p:cNvPr id="20" name="">
            <a:extLst xmlns:a="http://schemas.openxmlformats.org/drawingml/2006/main">
              <a:ext uri="{FF2B5EF4-FFF2-40B4-BE49-F238E27FC236}">
                <a16:creationId xmlns:a16="http://schemas.microsoft.com/office/drawing/2014/main" id="{4DA5D8B3-FF42-4871-ADF9-A5D6FA38E3F4}"/>
              </a:ext>
            </a:extLst>
          </p:cNvPr>
          <p:cNvSpPr>
            <a:spLocks xmlns:a="http://schemas.openxmlformats.org/drawingml/2006/main" noGrp="1"/>
          </p:cNvSpPr>
          <p:nvPr/>
        </p:nvSpPr>
        <p:spPr>
          <a:xfrm xmlns:a="http://schemas.openxmlformats.org/drawingml/2006/main">
            <a:off x="9096375" y="4720304"/>
            <a:ext cx="2667000" cy="248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5B6B62"/>
                </a:solidFill>
                <a:latin typeface="Arial"/>
                <a:ea typeface="Arial"/>
                <a:cs typeface="Arial"/>
              </a:defRPr>
            </a:pPr>
            <a:r>
              <a:rPr sz="1575" b="0">
                <a:solidFill>
                  <a:srgbClr val="5B6B62"/>
                </a:solidFill>
                <a:latin typeface="Arial"/>
                <a:ea typeface="Arial"/>
                <a:cs typeface="Arial"/>
              </a:rPr>
              <a:t>DeepLabV3+MobileNet</a:t>
            </a:r>
          </a:p>
        </p:txBody>
      </p:sp>
      <p:sp>
        <p:nvSpPr>
          <p:cNvPr id="21" name="">
            <a:extLst xmlns:a="http://schemas.openxmlformats.org/drawingml/2006/main">
              <a:ext uri="{FF2B5EF4-FFF2-40B4-BE49-F238E27FC236}">
                <a16:creationId xmlns:a16="http://schemas.microsoft.com/office/drawing/2014/main" id="{8283AD8C-C8CC-4534-9DF0-DF23906F5149}"/>
              </a:ext>
            </a:extLst>
          </p:cNvPr>
          <p:cNvSpPr>
            <a:spLocks xmlns:a="http://schemas.openxmlformats.org/drawingml/2006/main" noGrp="1"/>
          </p:cNvSpPr>
          <p:nvPr/>
        </p:nvSpPr>
        <p:spPr>
          <a:xfrm xmlns:a="http://schemas.openxmlformats.org/drawingml/2006/main">
            <a:off x="9096375" y="4954334"/>
            <a:ext cx="2667000" cy="248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5B6B62"/>
                </a:solidFill>
                <a:latin typeface="Arial"/>
                <a:ea typeface="Arial"/>
                <a:cs typeface="Arial"/>
              </a:defRPr>
            </a:pPr>
            <a:r>
              <a:rPr sz="1575" b="0">
                <a:solidFill>
                  <a:srgbClr val="5B6B62"/>
                </a:solidFill>
                <a:latin typeface="Arial"/>
                <a:ea typeface="Arial"/>
                <a:cs typeface="Arial"/>
              </a:rPr>
              <a:t>via ONNX Runtime QNN</a:t>
            </a:r>
          </a:p>
        </p:txBody>
      </p:sp>
      <p:sp>
        <p:nvSpPr>
          <p:cNvPr id="22" name="">
            <a:extLst xmlns:a="http://schemas.openxmlformats.org/drawingml/2006/main">
              <a:ext uri="{FF2B5EF4-FFF2-40B4-BE49-F238E27FC236}">
                <a16:creationId xmlns:a16="http://schemas.microsoft.com/office/drawing/2014/main" id="{6F40FD46-462C-4561-AB88-00440CFEBB22}"/>
              </a:ext>
            </a:extLst>
          </p:cNvPr>
          <p:cNvSpPr>
            <a:spLocks xmlns:a="http://schemas.openxmlformats.org/drawingml/2006/main" noGrp="1"/>
          </p:cNvSpPr>
          <p:nvPr/>
        </p:nvSpPr>
        <p:spPr>
          <a:xfrm xmlns:a="http://schemas.openxmlformats.org/drawingml/2006/main">
            <a:off x="609600" y="6353175"/>
            <a:ext cx="10287000" cy="1889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B6B62"/>
                </a:solidFill>
                <a:latin typeface="Arial"/>
                <a:ea typeface="Arial"/>
                <a:cs typeface="Arial"/>
              </a:defRPr>
            </a:pPr>
            <a:r>
              <a:rPr sz="1200" b="0">
                <a:solidFill>
                  <a:srgbClr val="5B6B62"/>
                </a:solidFill>
                <a:latin typeface="Arial"/>
                <a:ea typeface="Arial"/>
                <a:cs typeface="Arial"/>
              </a:rPr>
              <a:t>Proposed pipeline. Exact model compatibility and NPU execution must be verified. [1, 2]</a:t>
            </a:r>
          </a:p>
        </p:txBody>
      </p:sp>
      <p:sp>
        <p:nvSpPr>
          <p:cNvPr id="23" name="">
            <a:extLst xmlns:a="http://schemas.openxmlformats.org/drawingml/2006/main">
              <a:ext uri="{FF2B5EF4-FFF2-40B4-BE49-F238E27FC236}">
                <a16:creationId xmlns:a16="http://schemas.microsoft.com/office/drawing/2014/main" id="{75D273F8-4B4E-42A9-9F6B-5C5D9500261E}"/>
              </a:ext>
            </a:extLst>
          </p:cNvPr>
          <p:cNvSpPr>
            <a:spLocks xmlns:a="http://schemas.openxmlformats.org/drawingml/2006/main" noGrp="1"/>
          </p:cNvSpPr>
          <p:nvPr/>
        </p:nvSpPr>
        <p:spPr>
          <a:xfrm xmlns:a="http://schemas.openxmlformats.org/drawingml/2006/main">
            <a:off x="11144250" y="6362700"/>
            <a:ext cx="4381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B6B62"/>
                </a:solidFill>
                <a:latin typeface="Arial"/>
                <a:ea typeface="Arial"/>
                <a:cs typeface="Arial"/>
              </a:defRPr>
            </a:pPr>
            <a:r>
              <a:rPr sz="1125" b="0">
                <a:solidFill>
                  <a:srgbClr val="5B6B62"/>
                </a:solidFill>
                <a:latin typeface="Arial"/>
                <a:ea typeface="Arial"/>
                <a:cs typeface="Arial"/>
              </a:rPr>
              <a:t>05</a:t>
            </a:r>
          </a:p>
        </p:txBody>
      </p:sp>
    </p:spTree>
    <p:extLst>
      <p:ext uri="{BB962C8B-B14F-4D97-AF65-F5344CB8AC3E}">
        <p14:creationId xmlns:p14="http://schemas.microsoft.com/office/powerpoint/2010/main" val="276586190"/>
      </p:ext>
    </p:extLst>
  </p:cSld>
</p:sld>
</file>

<file path=ppt/slides/slide6.xml><?xml version="1.0" encoding="utf-8"?>
<p:sld xmlns:p="http://schemas.openxmlformats.org/presentationml/2006/main">
  <p:cSld>
    <p:bg>
      <p:bgPr>
        <a:solidFill xmlns:a="http://schemas.openxmlformats.org/drawingml/2006/main">
          <a:srgbClr val="102D27"/>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B3FEEF0-5265-443D-9B47-2696C78C8C46}"/>
              </a:ext>
            </a:extLst>
          </p:cNvPr>
          <p:cNvSpPr>
            <a:spLocks xmlns:a="http://schemas.openxmlformats.org/drawingml/2006/main" noGrp="1"/>
          </p:cNvSpPr>
          <p:nvPr/>
        </p:nvSpPr>
        <p:spPr>
          <a:xfrm xmlns:a="http://schemas.openxmlformats.org/drawingml/2006/main">
            <a:off x="609600" y="361950"/>
            <a:ext cx="1085850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1">
                <a:solidFill>
                  <a:srgbClr val="BAC9BB"/>
                </a:solidFill>
                <a:latin typeface="Arial"/>
                <a:ea typeface="Arial"/>
                <a:cs typeface="Arial"/>
              </a:defRPr>
            </a:pPr>
            <a:r>
              <a:rPr sz="1275" b="1">
                <a:solidFill>
                  <a:srgbClr val="BAC9BB"/>
                </a:solidFill>
                <a:latin typeface="Arial"/>
                <a:ea typeface="Arial"/>
                <a:cs typeface="Arial"/>
              </a:rPr>
              <a:t>THE DIFFERENCE TO PROVE</a:t>
            </a:r>
          </a:p>
        </p:txBody>
      </p:sp>
      <p:sp>
        <p:nvSpPr>
          <p:cNvPr id="2" name="">
            <a:extLst xmlns:a="http://schemas.openxmlformats.org/drawingml/2006/main">
              <a:ext uri="{FF2B5EF4-FFF2-40B4-BE49-F238E27FC236}">
                <a16:creationId xmlns:a16="http://schemas.microsoft.com/office/drawing/2014/main" id="{4EBFFC5C-234F-4CC9-B5EA-9A948E2FF87E}"/>
              </a:ext>
            </a:extLst>
          </p:cNvPr>
          <p:cNvSpPr>
            <a:spLocks xmlns:a="http://schemas.openxmlformats.org/drawingml/2006/main" noGrp="1"/>
          </p:cNvSpPr>
          <p:nvPr/>
        </p:nvSpPr>
        <p:spPr>
          <a:xfrm xmlns:a="http://schemas.openxmlformats.org/drawingml/2006/main">
            <a:off x="609600" y="942975"/>
            <a:ext cx="10858500" cy="5787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75" b="1">
                <a:solidFill>
                  <a:srgbClr val="F5F1E7"/>
                </a:solidFill>
                <a:latin typeface="Arial"/>
                <a:ea typeface="Arial"/>
                <a:cs typeface="Arial"/>
              </a:defRPr>
            </a:pPr>
            <a:r>
              <a:rPr sz="3675" b="1">
                <a:solidFill>
                  <a:srgbClr val="F5F1E7"/>
                </a:solidFill>
                <a:latin typeface="Arial"/>
                <a:ea typeface="Arial"/>
                <a:cs typeface="Arial"/>
              </a:rPr>
              <a:t>Treat the board as a document</a:t>
            </a:r>
          </a:p>
        </p:txBody>
      </p:sp>
      <p:sp>
        <p:nvSpPr>
          <p:cNvPr id="3" name="">
            <a:extLst xmlns:a="http://schemas.openxmlformats.org/drawingml/2006/main">
              <a:ext uri="{FF2B5EF4-FFF2-40B4-BE49-F238E27FC236}">
                <a16:creationId xmlns:a16="http://schemas.microsoft.com/office/drawing/2014/main" id="{2EABCD39-5A17-4BE6-AFC2-AB1122F2738A}"/>
              </a:ext>
            </a:extLst>
          </p:cNvPr>
          <p:cNvSpPr>
            <a:spLocks xmlns:a="http://schemas.openxmlformats.org/drawingml/2006/main" noGrp="1"/>
          </p:cNvSpPr>
          <p:nvPr/>
        </p:nvSpPr>
        <p:spPr>
          <a:xfrm xmlns:a="http://schemas.openxmlformats.org/drawingml/2006/main">
            <a:off x="609600" y="1489043"/>
            <a:ext cx="10858500" cy="57873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675" b="1">
                <a:solidFill>
                  <a:srgbClr val="F5F1E7"/>
                </a:solidFill>
                <a:latin typeface="Arial"/>
                <a:ea typeface="Arial"/>
                <a:cs typeface="Arial"/>
              </a:defRPr>
            </a:pPr>
            <a:r>
              <a:rPr sz="3675" b="1">
                <a:solidFill>
                  <a:srgbClr val="F5F1E7"/>
                </a:solidFill>
                <a:latin typeface="Arial"/>
                <a:ea typeface="Arial"/>
                <a:cs typeface="Arial"/>
              </a:rPr>
              <a:t>that changes over time.</a:t>
            </a:r>
          </a:p>
        </p:txBody>
      </p:sp>
      <p:sp>
        <p:nvSpPr>
          <p:cNvPr id="4" name="">
            <a:extLst xmlns:a="http://schemas.openxmlformats.org/drawingml/2006/main">
              <a:ext uri="{FF2B5EF4-FFF2-40B4-BE49-F238E27FC236}">
                <a16:creationId xmlns:a16="http://schemas.microsoft.com/office/drawing/2014/main" id="{C198AD54-C993-4BFE-9F94-1E3793072992}"/>
              </a:ext>
            </a:extLst>
          </p:cNvPr>
          <p:cNvSpPr>
            <a:spLocks xmlns:a="http://schemas.openxmlformats.org/drawingml/2006/main" noGrp="1"/>
          </p:cNvSpPr>
          <p:nvPr/>
        </p:nvSpPr>
        <p:spPr>
          <a:xfrm xmlns:a="http://schemas.openxmlformats.org/drawingml/2006/main">
            <a:off x="619125" y="2695575"/>
            <a:ext cx="53340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1">
                <a:solidFill>
                  <a:srgbClr val="D7EF87"/>
                </a:solidFill>
                <a:latin typeface="Arial"/>
                <a:ea typeface="Arial"/>
                <a:cs typeface="Arial"/>
              </a:defRPr>
            </a:pPr>
            <a:r>
              <a:rPr sz="1500" b="1">
                <a:solidFill>
                  <a:srgbClr val="D7EF87"/>
                </a:solidFill>
                <a:latin typeface="Arial"/>
                <a:ea typeface="Arial"/>
                <a:cs typeface="Arial"/>
              </a:rPr>
              <a:t>PRESERVE WHAT WAS SEEN</a:t>
            </a:r>
          </a:p>
        </p:txBody>
      </p:sp>
      <p:sp>
        <p:nvSpPr>
          <p:cNvPr id="5" name="">
            <a:extLst xmlns:a="http://schemas.openxmlformats.org/drawingml/2006/main">
              <a:ext uri="{FF2B5EF4-FFF2-40B4-BE49-F238E27FC236}">
                <a16:creationId xmlns:a16="http://schemas.microsoft.com/office/drawing/2014/main" id="{3E1F33BB-991C-46AA-9BDF-CFEE838DC63B}"/>
              </a:ext>
            </a:extLst>
          </p:cNvPr>
          <p:cNvSpPr>
            <a:spLocks xmlns:a="http://schemas.openxmlformats.org/drawingml/2006/main" noGrp="1"/>
          </p:cNvSpPr>
          <p:nvPr/>
        </p:nvSpPr>
        <p:spPr>
          <a:xfrm xmlns:a="http://schemas.openxmlformats.org/drawingml/2006/main">
            <a:off x="619125" y="3133725"/>
            <a:ext cx="6096000"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F5F1E7"/>
                </a:solidFill>
                <a:latin typeface="Arial"/>
                <a:ea typeface="Arial"/>
                <a:cs typeface="Arial"/>
              </a:defRPr>
            </a:pPr>
            <a:r>
              <a:rPr sz="2175" b="0">
                <a:solidFill>
                  <a:srgbClr val="F5F1E7"/>
                </a:solidFill>
                <a:latin typeface="Arial"/>
                <a:ea typeface="Arial"/>
                <a:cs typeface="Arial"/>
              </a:rPr>
              <a:t>Hold the last observed board pixels.</a:t>
            </a:r>
          </a:p>
        </p:txBody>
      </p:sp>
      <p:sp>
        <p:nvSpPr>
          <p:cNvPr id="6" name="">
            <a:extLst xmlns:a="http://schemas.openxmlformats.org/drawingml/2006/main">
              <a:ext uri="{FF2B5EF4-FFF2-40B4-BE49-F238E27FC236}">
                <a16:creationId xmlns:a16="http://schemas.microsoft.com/office/drawing/2014/main" id="{59D468E4-C3A2-43BD-A4D8-221C7F3AB630}"/>
              </a:ext>
            </a:extLst>
          </p:cNvPr>
          <p:cNvSpPr>
            <a:spLocks xmlns:a="http://schemas.openxmlformats.org/drawingml/2006/main" noGrp="1"/>
          </p:cNvSpPr>
          <p:nvPr/>
        </p:nvSpPr>
        <p:spPr>
          <a:xfrm xmlns:a="http://schemas.openxmlformats.org/drawingml/2006/main">
            <a:off x="619125" y="3456908"/>
            <a:ext cx="6096000"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F5F1E7"/>
                </a:solidFill>
                <a:latin typeface="Arial"/>
                <a:ea typeface="Arial"/>
                <a:cs typeface="Arial"/>
              </a:defRPr>
            </a:pPr>
            <a:r>
              <a:rPr sz="2175" b="0">
                <a:solidFill>
                  <a:srgbClr val="F5F1E7"/>
                </a:solidFill>
                <a:latin typeface="Arial"/>
                <a:ea typeface="Arial"/>
                <a:cs typeface="Arial"/>
              </a:rPr>
              <a:t>Mark hidden or stale regions.</a:t>
            </a:r>
          </a:p>
        </p:txBody>
      </p:sp>
      <p:sp>
        <p:nvSpPr>
          <p:cNvPr id="7" name="">
            <a:extLst xmlns:a="http://schemas.openxmlformats.org/drawingml/2006/main">
              <a:ext uri="{FF2B5EF4-FFF2-40B4-BE49-F238E27FC236}">
                <a16:creationId xmlns:a16="http://schemas.microsoft.com/office/drawing/2014/main" id="{03FDC83B-ED6D-4325-A063-0094139977F8}"/>
              </a:ext>
            </a:extLst>
          </p:cNvPr>
          <p:cNvSpPr>
            <a:spLocks xmlns:a="http://schemas.openxmlformats.org/drawingml/2006/main" noGrp="1"/>
          </p:cNvSpPr>
          <p:nvPr/>
        </p:nvSpPr>
        <p:spPr>
          <a:xfrm xmlns:a="http://schemas.openxmlformats.org/drawingml/2006/main">
            <a:off x="619125" y="3780092"/>
            <a:ext cx="6096000"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F5F1E7"/>
                </a:solidFill>
                <a:latin typeface="Arial"/>
                <a:ea typeface="Arial"/>
                <a:cs typeface="Arial"/>
              </a:defRPr>
            </a:pPr>
            <a:r>
              <a:rPr sz="2175" b="0">
                <a:solidFill>
                  <a:srgbClr val="F5F1E7"/>
                </a:solidFill>
                <a:latin typeface="Arial"/>
                <a:ea typeface="Arial"/>
                <a:cs typeface="Arial"/>
              </a:rPr>
              <a:t>Never invent missing handwriting.</a:t>
            </a:r>
          </a:p>
        </p:txBody>
      </p:sp>
      <p:sp>
        <p:nvSpPr>
          <p:cNvPr id="8" name="">
            <a:extLst xmlns:a="http://schemas.openxmlformats.org/drawingml/2006/main">
              <a:ext uri="{FF2B5EF4-FFF2-40B4-BE49-F238E27FC236}">
                <a16:creationId xmlns:a16="http://schemas.microsoft.com/office/drawing/2014/main" id="{A53D00F1-C2E1-4490-8A07-43FCDB83C0F3}"/>
              </a:ext>
            </a:extLst>
          </p:cNvPr>
          <p:cNvSpPr>
            <a:spLocks xmlns:a="http://schemas.openxmlformats.org/drawingml/2006/main" noGrp="1"/>
          </p:cNvSpPr>
          <p:nvPr/>
        </p:nvSpPr>
        <p:spPr>
          <a:xfrm xmlns:a="http://schemas.openxmlformats.org/drawingml/2006/main">
            <a:off x="619125" y="4733925"/>
            <a:ext cx="561975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1">
                <a:solidFill>
                  <a:srgbClr val="D7EF87"/>
                </a:solidFill>
                <a:latin typeface="Arial"/>
                <a:ea typeface="Arial"/>
                <a:cs typeface="Arial"/>
              </a:defRPr>
            </a:pPr>
            <a:r>
              <a:rPr sz="1500" b="1">
                <a:solidFill>
                  <a:srgbClr val="D7EF87"/>
                </a:solidFill>
                <a:latin typeface="Arial"/>
                <a:ea typeface="Arial"/>
                <a:cs typeface="Arial"/>
              </a:rPr>
              <a:t>RESPECT WHAT WAS ERASED</a:t>
            </a:r>
          </a:p>
        </p:txBody>
      </p:sp>
      <p:sp>
        <p:nvSpPr>
          <p:cNvPr id="9" name="">
            <a:extLst xmlns:a="http://schemas.openxmlformats.org/drawingml/2006/main">
              <a:ext uri="{FF2B5EF4-FFF2-40B4-BE49-F238E27FC236}">
                <a16:creationId xmlns:a16="http://schemas.microsoft.com/office/drawing/2014/main" id="{61E3E9FD-363D-43A4-AAAB-2FF3DB931EB1}"/>
              </a:ext>
            </a:extLst>
          </p:cNvPr>
          <p:cNvSpPr>
            <a:spLocks xmlns:a="http://schemas.openxmlformats.org/drawingml/2006/main" noGrp="1"/>
          </p:cNvSpPr>
          <p:nvPr/>
        </p:nvSpPr>
        <p:spPr>
          <a:xfrm xmlns:a="http://schemas.openxmlformats.org/drawingml/2006/main">
            <a:off x="619125" y="5181600"/>
            <a:ext cx="6191250"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F5F1E7"/>
                </a:solidFill>
                <a:latin typeface="Arial"/>
                <a:ea typeface="Arial"/>
                <a:cs typeface="Arial"/>
              </a:defRPr>
            </a:pPr>
            <a:r>
              <a:rPr sz="2175" b="0">
                <a:solidFill>
                  <a:srgbClr val="F5F1E7"/>
                </a:solidFill>
                <a:latin typeface="Arial"/>
                <a:ea typeface="Arial"/>
                <a:cs typeface="Arial"/>
              </a:rPr>
              <a:t>Confirm erasures across clear frames.</a:t>
            </a:r>
          </a:p>
        </p:txBody>
      </p:sp>
      <p:sp>
        <p:nvSpPr>
          <p:cNvPr id="10" name="">
            <a:extLst xmlns:a="http://schemas.openxmlformats.org/drawingml/2006/main">
              <a:ext uri="{FF2B5EF4-FFF2-40B4-BE49-F238E27FC236}">
                <a16:creationId xmlns:a16="http://schemas.microsoft.com/office/drawing/2014/main" id="{2609697E-972C-42C5-9755-8191A42DD47E}"/>
              </a:ext>
            </a:extLst>
          </p:cNvPr>
          <p:cNvSpPr>
            <a:spLocks xmlns:a="http://schemas.openxmlformats.org/drawingml/2006/main" noGrp="1"/>
          </p:cNvSpPr>
          <p:nvPr/>
        </p:nvSpPr>
        <p:spPr>
          <a:xfrm xmlns:a="http://schemas.openxmlformats.org/drawingml/2006/main">
            <a:off x="619125" y="5504783"/>
            <a:ext cx="6191250"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0">
                <a:solidFill>
                  <a:srgbClr val="F5F1E7"/>
                </a:solidFill>
                <a:latin typeface="Arial"/>
                <a:ea typeface="Arial"/>
                <a:cs typeface="Arial"/>
              </a:defRPr>
            </a:pPr>
            <a:r>
              <a:rPr sz="2175" b="0">
                <a:solidFill>
                  <a:srgbClr val="F5F1E7"/>
                </a:solidFill>
                <a:latin typeface="Arial"/>
                <a:ea typeface="Arial"/>
                <a:cs typeface="Arial"/>
              </a:rPr>
              <a:t>Keep earlier versions available.</a:t>
            </a:r>
          </a:p>
        </p:txBody>
      </p:sp>
      <p:sp>
        <p:nvSpPr>
          <p:cNvPr id="11" name="">
            <a:extLst xmlns:a="http://schemas.openxmlformats.org/drawingml/2006/main">
              <a:ext uri="{FF2B5EF4-FFF2-40B4-BE49-F238E27FC236}">
                <a16:creationId xmlns:a16="http://schemas.microsoft.com/office/drawing/2014/main" id="{951C88CF-AAA7-4DC6-AE68-8951836344C3}"/>
              </a:ext>
            </a:extLst>
          </p:cNvPr>
          <p:cNvSpPr>
            <a:spLocks xmlns:a="http://schemas.openxmlformats.org/drawingml/2006/main" noGrp="1"/>
          </p:cNvSpPr>
          <p:nvPr/>
        </p:nvSpPr>
        <p:spPr>
          <a:xfrm xmlns:a="http://schemas.openxmlformats.org/drawingml/2006/main">
            <a:off x="8239125" y="2771775"/>
            <a:ext cx="3429000"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D7EF87"/>
                </a:solidFill>
                <a:latin typeface="Arial"/>
                <a:ea typeface="Arial"/>
                <a:cs typeface="Arial"/>
              </a:defRPr>
            </a:pPr>
            <a:r>
              <a:rPr sz="2175" b="1">
                <a:solidFill>
                  <a:srgbClr val="D7EF87"/>
                </a:solidFill>
                <a:latin typeface="Arial"/>
                <a:ea typeface="Arial"/>
                <a:cs typeface="Arial"/>
              </a:rPr>
              <a:t>The hardest failure</a:t>
            </a:r>
          </a:p>
        </p:txBody>
      </p:sp>
      <p:sp>
        <p:nvSpPr>
          <p:cNvPr id="12" name="">
            <a:extLst xmlns:a="http://schemas.openxmlformats.org/drawingml/2006/main">
              <a:ext uri="{FF2B5EF4-FFF2-40B4-BE49-F238E27FC236}">
                <a16:creationId xmlns:a16="http://schemas.microsoft.com/office/drawing/2014/main" id="{CDB12F41-60BE-4F20-B750-797A6A8569CD}"/>
              </a:ext>
            </a:extLst>
          </p:cNvPr>
          <p:cNvSpPr>
            <a:spLocks xmlns:a="http://schemas.openxmlformats.org/drawingml/2006/main" noGrp="1"/>
          </p:cNvSpPr>
          <p:nvPr/>
        </p:nvSpPr>
        <p:spPr>
          <a:xfrm xmlns:a="http://schemas.openxmlformats.org/drawingml/2006/main">
            <a:off x="8239125" y="3257550"/>
            <a:ext cx="3381375"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F5F1E7"/>
                </a:solidFill>
                <a:latin typeface="Arial"/>
                <a:ea typeface="Arial"/>
                <a:cs typeface="Arial"/>
              </a:defRPr>
            </a:pPr>
            <a:r>
              <a:rPr sz="2025" b="0">
                <a:solidFill>
                  <a:srgbClr val="F5F1E7"/>
                </a:solidFill>
                <a:latin typeface="Arial"/>
                <a:ea typeface="Arial"/>
                <a:cs typeface="Arial"/>
              </a:rPr>
              <a:t>A teacher covers a line.</a:t>
            </a:r>
          </a:p>
        </p:txBody>
      </p:sp>
      <p:sp>
        <p:nvSpPr>
          <p:cNvPr id="13" name="">
            <a:extLst xmlns:a="http://schemas.openxmlformats.org/drawingml/2006/main">
              <a:ext uri="{FF2B5EF4-FFF2-40B4-BE49-F238E27FC236}">
                <a16:creationId xmlns:a16="http://schemas.microsoft.com/office/drawing/2014/main" id="{F27647B7-0904-47FE-AB25-789C32B48D86}"/>
              </a:ext>
            </a:extLst>
          </p:cNvPr>
          <p:cNvSpPr>
            <a:spLocks xmlns:a="http://schemas.openxmlformats.org/drawingml/2006/main" noGrp="1"/>
          </p:cNvSpPr>
          <p:nvPr/>
        </p:nvSpPr>
        <p:spPr>
          <a:xfrm xmlns:a="http://schemas.openxmlformats.org/drawingml/2006/main">
            <a:off x="8239125" y="3558445"/>
            <a:ext cx="3381375"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F5F1E7"/>
                </a:solidFill>
                <a:latin typeface="Arial"/>
                <a:ea typeface="Arial"/>
                <a:cs typeface="Arial"/>
              </a:defRPr>
            </a:pPr>
            <a:r>
              <a:rPr sz="2025" b="0">
                <a:solidFill>
                  <a:srgbClr val="F5F1E7"/>
                </a:solidFill>
                <a:latin typeface="Arial"/>
                <a:ea typeface="Arial"/>
                <a:cs typeface="Arial"/>
              </a:rPr>
              <a:t>The system mistakes it</a:t>
            </a:r>
          </a:p>
        </p:txBody>
      </p:sp>
      <p:sp>
        <p:nvSpPr>
          <p:cNvPr id="14" name="">
            <a:extLst xmlns:a="http://schemas.openxmlformats.org/drawingml/2006/main">
              <a:ext uri="{FF2B5EF4-FFF2-40B4-BE49-F238E27FC236}">
                <a16:creationId xmlns:a16="http://schemas.microsoft.com/office/drawing/2014/main" id="{779F7217-A14A-4DCF-A1F2-20B2C09648A2}"/>
              </a:ext>
            </a:extLst>
          </p:cNvPr>
          <p:cNvSpPr>
            <a:spLocks xmlns:a="http://schemas.openxmlformats.org/drawingml/2006/main" noGrp="1"/>
          </p:cNvSpPr>
          <p:nvPr/>
        </p:nvSpPr>
        <p:spPr>
          <a:xfrm xmlns:a="http://schemas.openxmlformats.org/drawingml/2006/main">
            <a:off x="8239125" y="3859340"/>
            <a:ext cx="3381375"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F5F1E7"/>
                </a:solidFill>
                <a:latin typeface="Arial"/>
                <a:ea typeface="Arial"/>
                <a:cs typeface="Arial"/>
              </a:defRPr>
            </a:pPr>
            <a:r>
              <a:rPr sz="2025" b="0">
                <a:solidFill>
                  <a:srgbClr val="F5F1E7"/>
                </a:solidFill>
                <a:latin typeface="Arial"/>
                <a:ea typeface="Arial"/>
                <a:cs typeface="Arial"/>
              </a:rPr>
              <a:t>for an erasure.</a:t>
            </a:r>
          </a:p>
        </p:txBody>
      </p:sp>
      <p:sp>
        <p:nvSpPr>
          <p:cNvPr id="15" name="">
            <a:extLst xmlns:a="http://schemas.openxmlformats.org/drawingml/2006/main">
              <a:ext uri="{FF2B5EF4-FFF2-40B4-BE49-F238E27FC236}">
                <a16:creationId xmlns:a16="http://schemas.microsoft.com/office/drawing/2014/main" id="{B12C3D1E-6D41-4774-B221-C1159B69E785}"/>
              </a:ext>
            </a:extLst>
          </p:cNvPr>
          <p:cNvSpPr>
            <a:spLocks xmlns:a="http://schemas.openxmlformats.org/drawingml/2006/main" noGrp="1"/>
          </p:cNvSpPr>
          <p:nvPr/>
        </p:nvSpPr>
        <p:spPr>
          <a:xfrm xmlns:a="http://schemas.openxmlformats.org/drawingml/2006/main">
            <a:off x="8239125" y="4733925"/>
            <a:ext cx="338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BAC9BB"/>
                </a:solidFill>
                <a:latin typeface="Arial"/>
                <a:ea typeface="Arial"/>
                <a:cs typeface="Arial"/>
              </a:defRPr>
            </a:pPr>
            <a:r>
              <a:rPr sz="1875" b="0">
                <a:solidFill>
                  <a:srgbClr val="BAC9BB"/>
                </a:solidFill>
                <a:latin typeface="Arial"/>
                <a:ea typeface="Arial"/>
                <a:cs typeface="Arial"/>
              </a:rPr>
              <a:t>Conservative updates</a:t>
            </a:r>
          </a:p>
        </p:txBody>
      </p:sp>
      <p:sp>
        <p:nvSpPr>
          <p:cNvPr id="16" name="">
            <a:extLst xmlns:a="http://schemas.openxmlformats.org/drawingml/2006/main">
              <a:ext uri="{FF2B5EF4-FFF2-40B4-BE49-F238E27FC236}">
                <a16:creationId xmlns:a16="http://schemas.microsoft.com/office/drawing/2014/main" id="{AF6EC36B-839A-4DB2-94B0-017ABBD3FA70}"/>
              </a:ext>
            </a:extLst>
          </p:cNvPr>
          <p:cNvSpPr>
            <a:spLocks xmlns:a="http://schemas.openxmlformats.org/drawingml/2006/main" noGrp="1"/>
          </p:cNvSpPr>
          <p:nvPr/>
        </p:nvSpPr>
        <p:spPr>
          <a:xfrm xmlns:a="http://schemas.openxmlformats.org/drawingml/2006/main">
            <a:off x="8239125" y="5012531"/>
            <a:ext cx="338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BAC9BB"/>
                </a:solidFill>
                <a:latin typeface="Arial"/>
                <a:ea typeface="Arial"/>
                <a:cs typeface="Arial"/>
              </a:defRPr>
            </a:pPr>
            <a:r>
              <a:rPr sz="1875" b="0">
                <a:solidFill>
                  <a:srgbClr val="BAC9BB"/>
                </a:solidFill>
                <a:latin typeface="Arial"/>
                <a:ea typeface="Arial"/>
                <a:cs typeface="Arial"/>
              </a:rPr>
              <a:t>and visible freshness</a:t>
            </a:r>
          </a:p>
        </p:txBody>
      </p:sp>
      <p:sp>
        <p:nvSpPr>
          <p:cNvPr id="17" name="">
            <a:extLst xmlns:a="http://schemas.openxmlformats.org/drawingml/2006/main">
              <a:ext uri="{FF2B5EF4-FFF2-40B4-BE49-F238E27FC236}">
                <a16:creationId xmlns:a16="http://schemas.microsoft.com/office/drawing/2014/main" id="{70C9E142-73E8-4AFA-89A3-F8FB3B5C26BD}"/>
              </a:ext>
            </a:extLst>
          </p:cNvPr>
          <p:cNvSpPr>
            <a:spLocks xmlns:a="http://schemas.openxmlformats.org/drawingml/2006/main" noGrp="1"/>
          </p:cNvSpPr>
          <p:nvPr/>
        </p:nvSpPr>
        <p:spPr>
          <a:xfrm xmlns:a="http://schemas.openxmlformats.org/drawingml/2006/main">
            <a:off x="8239125" y="5291138"/>
            <a:ext cx="3381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BAC9BB"/>
                </a:solidFill>
                <a:latin typeface="Arial"/>
                <a:ea typeface="Arial"/>
                <a:cs typeface="Arial"/>
              </a:defRPr>
            </a:pPr>
            <a:r>
              <a:rPr sz="1875" b="0">
                <a:solidFill>
                  <a:srgbClr val="BAC9BB"/>
                </a:solidFill>
                <a:latin typeface="Arial"/>
                <a:ea typeface="Arial"/>
                <a:cs typeface="Arial"/>
              </a:rPr>
              <a:t>are part of the product.</a:t>
            </a:r>
          </a:p>
        </p:txBody>
      </p:sp>
      <p:sp>
        <p:nvSpPr>
          <p:cNvPr id="18" name="">
            <a:extLst xmlns:a="http://schemas.openxmlformats.org/drawingml/2006/main">
              <a:ext uri="{FF2B5EF4-FFF2-40B4-BE49-F238E27FC236}">
                <a16:creationId xmlns:a16="http://schemas.microsoft.com/office/drawing/2014/main" id="{15A1B1A1-C780-4F8F-9EFD-7292CF69833D}"/>
              </a:ext>
            </a:extLst>
          </p:cNvPr>
          <p:cNvSpPr>
            <a:spLocks xmlns:a="http://schemas.openxmlformats.org/drawingml/2006/main" noGrp="1"/>
          </p:cNvSpPr>
          <p:nvPr/>
        </p:nvSpPr>
        <p:spPr>
          <a:xfrm xmlns:a="http://schemas.openxmlformats.org/drawingml/2006/main">
            <a:off x="619125" y="6400800"/>
            <a:ext cx="1047750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BAC9BB"/>
                </a:solidFill>
                <a:latin typeface="Arial"/>
                <a:ea typeface="Arial"/>
                <a:cs typeface="Arial"/>
              </a:defRPr>
            </a:pPr>
            <a:r>
              <a:rPr sz="1125" b="0">
                <a:solidFill>
                  <a:srgbClr val="BAC9BB"/>
                </a:solidFill>
                <a:latin typeface="Arial"/>
                <a:ea typeface="Arial"/>
                <a:cs typeface="Arial"/>
              </a:rPr>
              <a:t>Camera enhancement already exists; blackboard support and constrained-link delivery need separate proof. [3]</a:t>
            </a:r>
          </a:p>
        </p:txBody>
      </p:sp>
      <p:sp>
        <p:nvSpPr>
          <p:cNvPr id="19" name="">
            <a:extLst xmlns:a="http://schemas.openxmlformats.org/drawingml/2006/main">
              <a:ext uri="{FF2B5EF4-FFF2-40B4-BE49-F238E27FC236}">
                <a16:creationId xmlns:a16="http://schemas.microsoft.com/office/drawing/2014/main" id="{FA636EF9-8741-4CF8-B07C-750E12E84BBA}"/>
              </a:ext>
            </a:extLst>
          </p:cNvPr>
          <p:cNvSpPr>
            <a:spLocks xmlns:a="http://schemas.openxmlformats.org/drawingml/2006/main" noGrp="1"/>
          </p:cNvSpPr>
          <p:nvPr/>
        </p:nvSpPr>
        <p:spPr>
          <a:xfrm xmlns:a="http://schemas.openxmlformats.org/drawingml/2006/main">
            <a:off x="11144250" y="6362700"/>
            <a:ext cx="4381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BAC9BB"/>
                </a:solidFill>
                <a:latin typeface="Arial"/>
                <a:ea typeface="Arial"/>
                <a:cs typeface="Arial"/>
              </a:defRPr>
            </a:pPr>
            <a:r>
              <a:rPr sz="1125" b="0">
                <a:solidFill>
                  <a:srgbClr val="BAC9BB"/>
                </a:solidFill>
                <a:latin typeface="Arial"/>
                <a:ea typeface="Arial"/>
                <a:cs typeface="Arial"/>
              </a:rPr>
              <a:t>06</a:t>
            </a:r>
          </a:p>
        </p:txBody>
      </p:sp>
    </p:spTree>
    <p:extLst>
      <p:ext uri="{BB962C8B-B14F-4D97-AF65-F5344CB8AC3E}">
        <p14:creationId xmlns:p14="http://schemas.microsoft.com/office/powerpoint/2010/main" val="460365228"/>
      </p:ext>
    </p:extLst>
  </p:cSld>
</p:sld>
</file>

<file path=ppt/slides/slide7.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48C191D3-2C1A-4823-8858-702102681000}"/>
              </a:ext>
            </a:extLst>
          </p:cNvPr>
          <p:cNvSpPr>
            <a:spLocks xmlns:a="http://schemas.openxmlformats.org/drawingml/2006/main" noGrp="1"/>
          </p:cNvSpPr>
          <p:nvPr/>
        </p:nvSpPr>
        <p:spPr>
          <a:xfrm xmlns:a="http://schemas.openxmlformats.org/drawingml/2006/main">
            <a:off x="609600" y="361950"/>
            <a:ext cx="1085850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1">
                <a:solidFill>
                  <a:srgbClr val="5B6B62"/>
                </a:solidFill>
                <a:latin typeface="Arial"/>
                <a:ea typeface="Arial"/>
                <a:cs typeface="Arial"/>
              </a:defRPr>
            </a:pPr>
            <a:r>
              <a:rPr sz="1275" b="1">
                <a:solidFill>
                  <a:srgbClr val="5B6B62"/>
                </a:solidFill>
                <a:latin typeface="Arial"/>
                <a:ea typeface="Arial"/>
                <a:cs typeface="Arial"/>
              </a:rPr>
              <a:t>THE DEMO IS THE TEST</a:t>
            </a:r>
          </a:p>
        </p:txBody>
      </p:sp>
      <p:sp>
        <p:nvSpPr>
          <p:cNvPr id="2" name="">
            <a:extLst xmlns:a="http://schemas.openxmlformats.org/drawingml/2006/main">
              <a:ext uri="{FF2B5EF4-FFF2-40B4-BE49-F238E27FC236}">
                <a16:creationId xmlns:a16="http://schemas.microsoft.com/office/drawing/2014/main" id="{E103EE1F-3BB4-45FF-8FBE-B668AF7524D9}"/>
              </a:ext>
            </a:extLst>
          </p:cNvPr>
          <p:cNvSpPr>
            <a:spLocks xmlns:a="http://schemas.openxmlformats.org/drawingml/2006/main" noGrp="1"/>
          </p:cNvSpPr>
          <p:nvPr/>
        </p:nvSpPr>
        <p:spPr>
          <a:xfrm xmlns:a="http://schemas.openxmlformats.org/drawingml/2006/main">
            <a:off x="609600" y="885825"/>
            <a:ext cx="11049000" cy="5433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102D27"/>
                </a:solidFill>
                <a:latin typeface="Arial"/>
                <a:ea typeface="Arial"/>
                <a:cs typeface="Arial"/>
              </a:defRPr>
            </a:pPr>
            <a:r>
              <a:rPr sz="3450" b="1">
                <a:solidFill>
                  <a:srgbClr val="102D27"/>
                </a:solidFill>
                <a:latin typeface="Arial"/>
                <a:ea typeface="Arial"/>
                <a:cs typeface="Arial"/>
              </a:rPr>
              <a:t>One lesson. Three delivery methods.</a:t>
            </a:r>
          </a:p>
        </p:txBody>
      </p:sp>
      <p:sp>
        <p:nvSpPr>
          <p:cNvPr id="3" name="">
            <a:extLst xmlns:a="http://schemas.openxmlformats.org/drawingml/2006/main">
              <a:ext uri="{FF2B5EF4-FFF2-40B4-BE49-F238E27FC236}">
                <a16:creationId xmlns:a16="http://schemas.microsoft.com/office/drawing/2014/main" id="{061BA12A-79F5-426C-B0D0-8938C71A7C10}"/>
              </a:ext>
            </a:extLst>
          </p:cNvPr>
          <p:cNvSpPr>
            <a:spLocks xmlns:a="http://schemas.openxmlformats.org/drawingml/2006/main" noGrp="1"/>
          </p:cNvSpPr>
          <p:nvPr/>
        </p:nvSpPr>
        <p:spPr>
          <a:xfrm xmlns:a="http://schemas.openxmlformats.org/drawingml/2006/main">
            <a:off x="609600" y="1398461"/>
            <a:ext cx="11049000" cy="5433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450" b="1">
                <a:solidFill>
                  <a:srgbClr val="102D27"/>
                </a:solidFill>
                <a:latin typeface="Arial"/>
                <a:ea typeface="Arial"/>
                <a:cs typeface="Arial"/>
              </a:defRPr>
            </a:pPr>
            <a:r>
              <a:rPr sz="3450" b="1">
                <a:solidFill>
                  <a:srgbClr val="102D27"/>
                </a:solidFill>
                <a:latin typeface="Arial"/>
                <a:ea typeface="Arial"/>
                <a:cs typeface="Arial"/>
              </a:rPr>
              <a:t>The same constrained connection.</a:t>
            </a:r>
          </a:p>
        </p:txBody>
      </p:sp>
      <p:sp>
        <p:nvSpPr>
          <p:cNvPr id="4" name="">
            <a:extLst xmlns:a="http://schemas.openxmlformats.org/drawingml/2006/main">
              <a:ext uri="{FF2B5EF4-FFF2-40B4-BE49-F238E27FC236}">
                <a16:creationId xmlns:a16="http://schemas.microsoft.com/office/drawing/2014/main" id="{3CA6531E-44A1-4DCA-A624-759181D57D1D}"/>
              </a:ext>
            </a:extLst>
          </p:cNvPr>
          <p:cNvSpPr>
            <a:spLocks xmlns:a="http://schemas.openxmlformats.org/drawingml/2006/main" noGrp="1"/>
          </p:cNvSpPr>
          <p:nvPr/>
        </p:nvSpPr>
        <p:spPr>
          <a:xfrm xmlns:a="http://schemas.openxmlformats.org/drawingml/2006/main">
            <a:off x="609600" y="2514600"/>
            <a:ext cx="3571875"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02D27"/>
                </a:solidFill>
                <a:latin typeface="Arial"/>
                <a:ea typeface="Arial"/>
                <a:cs typeface="Arial"/>
              </a:defRPr>
            </a:pPr>
            <a:r>
              <a:rPr sz="2175" b="1">
                <a:solidFill>
                  <a:srgbClr val="102D27"/>
                </a:solidFill>
                <a:latin typeface="Arial"/>
                <a:ea typeface="Arial"/>
                <a:cs typeface="Arial"/>
              </a:rPr>
              <a:t>CHALKLINE</a:t>
            </a:r>
          </a:p>
        </p:txBody>
      </p:sp>
      <p:sp>
        <p:nvSpPr>
          <p:cNvPr id="5" name="">
            <a:extLst xmlns:a="http://schemas.openxmlformats.org/drawingml/2006/main">
              <a:ext uri="{FF2B5EF4-FFF2-40B4-BE49-F238E27FC236}">
                <a16:creationId xmlns:a16="http://schemas.microsoft.com/office/drawing/2014/main" id="{024B4970-6407-4F81-8BF3-18F2D0810B1E}"/>
              </a:ext>
            </a:extLst>
          </p:cNvPr>
          <p:cNvSpPr>
            <a:spLocks xmlns:a="http://schemas.openxmlformats.org/drawingml/2006/main" noGrp="1"/>
          </p:cNvSpPr>
          <p:nvPr/>
        </p:nvSpPr>
        <p:spPr>
          <a:xfrm xmlns:a="http://schemas.openxmlformats.org/drawingml/2006/main">
            <a:off x="609600" y="2943225"/>
            <a:ext cx="36195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5B6B62"/>
                </a:solidFill>
                <a:latin typeface="Arial"/>
                <a:ea typeface="Arial"/>
                <a:cs typeface="Arial"/>
              </a:defRPr>
            </a:pPr>
            <a:r>
              <a:rPr sz="1800" b="0">
                <a:solidFill>
                  <a:srgbClr val="5B6B62"/>
                </a:solidFill>
                <a:latin typeface="Arial"/>
                <a:ea typeface="Arial"/>
                <a:cs typeface="Arial"/>
              </a:rPr>
              <a:t>Board changes + audio</a:t>
            </a:r>
          </a:p>
        </p:txBody>
      </p:sp>
      <p:sp>
        <p:nvSpPr>
          <p:cNvPr id="6" name="">
            <a:extLst xmlns:a="http://schemas.openxmlformats.org/drawingml/2006/main">
              <a:ext uri="{FF2B5EF4-FFF2-40B4-BE49-F238E27FC236}">
                <a16:creationId xmlns:a16="http://schemas.microsoft.com/office/drawing/2014/main" id="{17DCB9BE-EFFB-4799-8E5F-BCF8737259BC}"/>
              </a:ext>
            </a:extLst>
          </p:cNvPr>
          <p:cNvSpPr>
            <a:spLocks xmlns:a="http://schemas.openxmlformats.org/drawingml/2006/main" noGrp="1"/>
          </p:cNvSpPr>
          <p:nvPr/>
        </p:nvSpPr>
        <p:spPr>
          <a:xfrm xmlns:a="http://schemas.openxmlformats.org/drawingml/2006/main">
            <a:off x="4733925" y="2514600"/>
            <a:ext cx="3381375"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02D27"/>
                </a:solidFill>
                <a:latin typeface="Arial"/>
                <a:ea typeface="Arial"/>
                <a:cs typeface="Arial"/>
              </a:defRPr>
            </a:pPr>
            <a:r>
              <a:rPr sz="2175" b="1">
                <a:solidFill>
                  <a:srgbClr val="102D27"/>
                </a:solidFill>
                <a:latin typeface="Arial"/>
                <a:ea typeface="Arial"/>
                <a:cs typeface="Arial"/>
              </a:rPr>
              <a:t>Tuned video</a:t>
            </a:r>
          </a:p>
        </p:txBody>
      </p:sp>
      <p:sp>
        <p:nvSpPr>
          <p:cNvPr id="7" name="">
            <a:extLst xmlns:a="http://schemas.openxmlformats.org/drawingml/2006/main">
              <a:ext uri="{FF2B5EF4-FFF2-40B4-BE49-F238E27FC236}">
                <a16:creationId xmlns:a16="http://schemas.microsoft.com/office/drawing/2014/main" id="{D81A6A0B-2EA6-472E-B149-2B1D885982FC}"/>
              </a:ext>
            </a:extLst>
          </p:cNvPr>
          <p:cNvSpPr>
            <a:spLocks xmlns:a="http://schemas.openxmlformats.org/drawingml/2006/main" noGrp="1"/>
          </p:cNvSpPr>
          <p:nvPr/>
        </p:nvSpPr>
        <p:spPr>
          <a:xfrm xmlns:a="http://schemas.openxmlformats.org/drawingml/2006/main">
            <a:off x="4733925" y="2943225"/>
            <a:ext cx="361950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5B6B62"/>
                </a:solidFill>
                <a:latin typeface="Arial"/>
                <a:ea typeface="Arial"/>
                <a:cs typeface="Arial"/>
              </a:defRPr>
            </a:pPr>
            <a:r>
              <a:rPr sz="1800" b="0">
                <a:solidFill>
                  <a:srgbClr val="5B6B62"/>
                </a:solidFill>
                <a:latin typeface="Arial"/>
                <a:ea typeface="Arial"/>
                <a:cs typeface="Arial"/>
              </a:rPr>
              <a:t>Low frame rate + audio</a:t>
            </a:r>
          </a:p>
        </p:txBody>
      </p:sp>
      <p:sp>
        <p:nvSpPr>
          <p:cNvPr id="8" name="">
            <a:extLst xmlns:a="http://schemas.openxmlformats.org/drawingml/2006/main">
              <a:ext uri="{FF2B5EF4-FFF2-40B4-BE49-F238E27FC236}">
                <a16:creationId xmlns:a16="http://schemas.microsoft.com/office/drawing/2014/main" id="{51673E9C-4380-493B-9E64-039FC12B4C47}"/>
              </a:ext>
            </a:extLst>
          </p:cNvPr>
          <p:cNvSpPr>
            <a:spLocks xmlns:a="http://schemas.openxmlformats.org/drawingml/2006/main" noGrp="1"/>
          </p:cNvSpPr>
          <p:nvPr/>
        </p:nvSpPr>
        <p:spPr>
          <a:xfrm xmlns:a="http://schemas.openxmlformats.org/drawingml/2006/main">
            <a:off x="8696325" y="2514600"/>
            <a:ext cx="2905125" cy="3425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75" b="1">
                <a:solidFill>
                  <a:srgbClr val="102D27"/>
                </a:solidFill>
                <a:latin typeface="Arial"/>
                <a:ea typeface="Arial"/>
                <a:cs typeface="Arial"/>
              </a:defRPr>
            </a:pPr>
            <a:r>
              <a:rPr sz="2175" b="1">
                <a:solidFill>
                  <a:srgbClr val="102D27"/>
                </a:solidFill>
                <a:latin typeface="Arial"/>
                <a:ea typeface="Arial"/>
                <a:cs typeface="Arial"/>
              </a:rPr>
              <a:t>Snapshots</a:t>
            </a:r>
          </a:p>
        </p:txBody>
      </p:sp>
      <p:sp>
        <p:nvSpPr>
          <p:cNvPr id="9" name="">
            <a:extLst xmlns:a="http://schemas.openxmlformats.org/drawingml/2006/main">
              <a:ext uri="{FF2B5EF4-FFF2-40B4-BE49-F238E27FC236}">
                <a16:creationId xmlns:a16="http://schemas.microsoft.com/office/drawing/2014/main" id="{29F9D224-37AB-453C-8F69-0216706E0884}"/>
              </a:ext>
            </a:extLst>
          </p:cNvPr>
          <p:cNvSpPr>
            <a:spLocks xmlns:a="http://schemas.openxmlformats.org/drawingml/2006/main" noGrp="1"/>
          </p:cNvSpPr>
          <p:nvPr/>
        </p:nvSpPr>
        <p:spPr>
          <a:xfrm xmlns:a="http://schemas.openxmlformats.org/drawingml/2006/main">
            <a:off x="8696325" y="2943225"/>
            <a:ext cx="3000375"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0">
                <a:solidFill>
                  <a:srgbClr val="5B6B62"/>
                </a:solidFill>
                <a:latin typeface="Arial"/>
                <a:ea typeface="Arial"/>
                <a:cs typeface="Arial"/>
              </a:defRPr>
            </a:pPr>
            <a:r>
              <a:rPr sz="1800" b="0">
                <a:solidFill>
                  <a:srgbClr val="5B6B62"/>
                </a:solidFill>
                <a:latin typeface="Arial"/>
                <a:ea typeface="Arial"/>
                <a:cs typeface="Arial"/>
              </a:rPr>
              <a:t>Periodic images + audio</a:t>
            </a:r>
          </a:p>
        </p:txBody>
      </p:sp>
      <p:sp>
        <p:nvSpPr>
          <p:cNvPr id="10" name="">
            <a:extLst xmlns:a="http://schemas.openxmlformats.org/drawingml/2006/main">
              <a:ext uri="{FF2B5EF4-FFF2-40B4-BE49-F238E27FC236}">
                <a16:creationId xmlns:a16="http://schemas.microsoft.com/office/drawing/2014/main" id="{0189EEB7-85BB-4330-89B6-C1A22EE201C0}"/>
              </a:ext>
            </a:extLst>
          </p:cNvPr>
          <p:cNvSpPr>
            <a:spLocks xmlns:a="http://schemas.openxmlformats.org/drawingml/2006/main" noGrp="1"/>
          </p:cNvSpPr>
          <p:nvPr/>
        </p:nvSpPr>
        <p:spPr>
          <a:xfrm xmlns:a="http://schemas.openxmlformats.org/drawingml/2006/main">
            <a:off x="619125" y="3857625"/>
            <a:ext cx="10858500" cy="3307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100" b="1">
                <a:solidFill>
                  <a:srgbClr val="A44E35"/>
                </a:solidFill>
                <a:latin typeface="Arial"/>
                <a:ea typeface="Arial"/>
                <a:cs typeface="Arial"/>
              </a:defRPr>
            </a:pPr>
            <a:r>
              <a:rPr sz="2100" b="1">
                <a:solidFill>
                  <a:srgbClr val="A44E35"/>
                </a:solidFill>
                <a:latin typeface="Arial"/>
                <a:ea typeface="Arial"/>
                <a:cs typeface="Arial"/>
              </a:rPr>
              <a:t>WRITE → BLOCK → ERASE → DISCONNECT → REJOIN</a:t>
            </a:r>
          </a:p>
        </p:txBody>
      </p:sp>
      <p:sp>
        <p:nvSpPr>
          <p:cNvPr id="11" name="">
            <a:extLst xmlns:a="http://schemas.openxmlformats.org/drawingml/2006/main">
              <a:ext uri="{FF2B5EF4-FFF2-40B4-BE49-F238E27FC236}">
                <a16:creationId xmlns:a16="http://schemas.microsoft.com/office/drawing/2014/main" id="{7573C9BE-F48F-4D45-A44C-E7A5713D0FB0}"/>
              </a:ext>
            </a:extLst>
          </p:cNvPr>
          <p:cNvSpPr>
            <a:spLocks xmlns:a="http://schemas.openxmlformats.org/drawingml/2006/main" noGrp="1"/>
          </p:cNvSpPr>
          <p:nvPr/>
        </p:nvSpPr>
        <p:spPr>
          <a:xfrm xmlns:a="http://schemas.openxmlformats.org/drawingml/2006/main">
            <a:off x="619125" y="4667250"/>
            <a:ext cx="2857500"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102D27"/>
                </a:solidFill>
                <a:latin typeface="Arial"/>
                <a:ea typeface="Arial"/>
                <a:cs typeface="Arial"/>
              </a:defRPr>
            </a:pPr>
            <a:r>
              <a:rPr sz="2025" b="1">
                <a:solidFill>
                  <a:srgbClr val="102D27"/>
                </a:solidFill>
                <a:latin typeface="Arial"/>
                <a:ea typeface="Arial"/>
                <a:cs typeface="Arial"/>
              </a:rPr>
              <a:t>Readability</a:t>
            </a:r>
          </a:p>
        </p:txBody>
      </p:sp>
      <p:sp>
        <p:nvSpPr>
          <p:cNvPr id="12" name="">
            <a:extLst xmlns:a="http://schemas.openxmlformats.org/drawingml/2006/main">
              <a:ext uri="{FF2B5EF4-FFF2-40B4-BE49-F238E27FC236}">
                <a16:creationId xmlns:a16="http://schemas.microsoft.com/office/drawing/2014/main" id="{56E2C815-E93A-48F1-AF77-4488B904876A}"/>
              </a:ext>
            </a:extLst>
          </p:cNvPr>
          <p:cNvSpPr>
            <a:spLocks xmlns:a="http://schemas.openxmlformats.org/drawingml/2006/main" noGrp="1"/>
          </p:cNvSpPr>
          <p:nvPr/>
        </p:nvSpPr>
        <p:spPr>
          <a:xfrm xmlns:a="http://schemas.openxmlformats.org/drawingml/2006/main">
            <a:off x="619125" y="5095875"/>
            <a:ext cx="28575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Blind symbol</a:t>
            </a:r>
          </a:p>
        </p:txBody>
      </p:sp>
      <p:sp>
        <p:nvSpPr>
          <p:cNvPr id="13" name="">
            <a:extLst xmlns:a="http://schemas.openxmlformats.org/drawingml/2006/main">
              <a:ext uri="{FF2B5EF4-FFF2-40B4-BE49-F238E27FC236}">
                <a16:creationId xmlns:a16="http://schemas.microsoft.com/office/drawing/2014/main" id="{55515F28-00C2-4771-98BD-2806FD1CB6AD}"/>
              </a:ext>
            </a:extLst>
          </p:cNvPr>
          <p:cNvSpPr>
            <a:spLocks xmlns:a="http://schemas.openxmlformats.org/drawingml/2006/main" noGrp="1"/>
          </p:cNvSpPr>
          <p:nvPr/>
        </p:nvSpPr>
        <p:spPr>
          <a:xfrm xmlns:a="http://schemas.openxmlformats.org/drawingml/2006/main">
            <a:off x="619125" y="5352193"/>
            <a:ext cx="28575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transcription</a:t>
            </a:r>
          </a:p>
        </p:txBody>
      </p:sp>
      <p:sp>
        <p:nvSpPr>
          <p:cNvPr id="14" name="">
            <a:extLst xmlns:a="http://schemas.openxmlformats.org/drawingml/2006/main">
              <a:ext uri="{FF2B5EF4-FFF2-40B4-BE49-F238E27FC236}">
                <a16:creationId xmlns:a16="http://schemas.microsoft.com/office/drawing/2014/main" id="{E68B936D-2DC4-4675-8A18-68E0CD092BAD}"/>
              </a:ext>
            </a:extLst>
          </p:cNvPr>
          <p:cNvSpPr>
            <a:spLocks xmlns:a="http://schemas.openxmlformats.org/drawingml/2006/main" noGrp="1"/>
          </p:cNvSpPr>
          <p:nvPr/>
        </p:nvSpPr>
        <p:spPr>
          <a:xfrm xmlns:a="http://schemas.openxmlformats.org/drawingml/2006/main">
            <a:off x="3505200" y="4667250"/>
            <a:ext cx="2714625"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102D27"/>
                </a:solidFill>
                <a:latin typeface="Arial"/>
                <a:ea typeface="Arial"/>
                <a:cs typeface="Arial"/>
              </a:defRPr>
            </a:pPr>
            <a:r>
              <a:rPr sz="2025" b="1">
                <a:solidFill>
                  <a:srgbClr val="102D27"/>
                </a:solidFill>
                <a:latin typeface="Arial"/>
                <a:ea typeface="Arial"/>
                <a:cs typeface="Arial"/>
              </a:rPr>
              <a:t>Continuity</a:t>
            </a:r>
          </a:p>
        </p:txBody>
      </p:sp>
      <p:sp>
        <p:nvSpPr>
          <p:cNvPr id="15" name="">
            <a:extLst xmlns:a="http://schemas.openxmlformats.org/drawingml/2006/main">
              <a:ext uri="{FF2B5EF4-FFF2-40B4-BE49-F238E27FC236}">
                <a16:creationId xmlns:a16="http://schemas.microsoft.com/office/drawing/2014/main" id="{7708D535-C9EA-4E9C-A8DB-C8C18ADC7513}"/>
              </a:ext>
            </a:extLst>
          </p:cNvPr>
          <p:cNvSpPr>
            <a:spLocks xmlns:a="http://schemas.openxmlformats.org/drawingml/2006/main" noGrp="1"/>
          </p:cNvSpPr>
          <p:nvPr/>
        </p:nvSpPr>
        <p:spPr>
          <a:xfrm xmlns:a="http://schemas.openxmlformats.org/drawingml/2006/main">
            <a:off x="3505200" y="5095875"/>
            <a:ext cx="27813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Audio intelligibility</a:t>
            </a:r>
          </a:p>
        </p:txBody>
      </p:sp>
      <p:sp>
        <p:nvSpPr>
          <p:cNvPr id="16" name="">
            <a:extLst xmlns:a="http://schemas.openxmlformats.org/drawingml/2006/main">
              <a:ext uri="{FF2B5EF4-FFF2-40B4-BE49-F238E27FC236}">
                <a16:creationId xmlns:a16="http://schemas.microsoft.com/office/drawing/2014/main" id="{40FB1DC8-98B2-4A84-B887-A0552668C420}"/>
              </a:ext>
            </a:extLst>
          </p:cNvPr>
          <p:cNvSpPr>
            <a:spLocks xmlns:a="http://schemas.openxmlformats.org/drawingml/2006/main" noGrp="1"/>
          </p:cNvSpPr>
          <p:nvPr/>
        </p:nvSpPr>
        <p:spPr>
          <a:xfrm xmlns:a="http://schemas.openxmlformats.org/drawingml/2006/main">
            <a:off x="3505200" y="5352193"/>
            <a:ext cx="278130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and board delay</a:t>
            </a:r>
          </a:p>
        </p:txBody>
      </p:sp>
      <p:sp>
        <p:nvSpPr>
          <p:cNvPr id="17" name="">
            <a:extLst xmlns:a="http://schemas.openxmlformats.org/drawingml/2006/main">
              <a:ext uri="{FF2B5EF4-FFF2-40B4-BE49-F238E27FC236}">
                <a16:creationId xmlns:a16="http://schemas.microsoft.com/office/drawing/2014/main" id="{C382322F-1D52-4BE8-ADA6-5C47AE78D2CA}"/>
              </a:ext>
            </a:extLst>
          </p:cNvPr>
          <p:cNvSpPr>
            <a:spLocks xmlns:a="http://schemas.openxmlformats.org/drawingml/2006/main" noGrp="1"/>
          </p:cNvSpPr>
          <p:nvPr/>
        </p:nvSpPr>
        <p:spPr>
          <a:xfrm xmlns:a="http://schemas.openxmlformats.org/drawingml/2006/main">
            <a:off x="6391275" y="4667250"/>
            <a:ext cx="2571750"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102D27"/>
                </a:solidFill>
                <a:latin typeface="Arial"/>
                <a:ea typeface="Arial"/>
                <a:cs typeface="Arial"/>
              </a:defRPr>
            </a:pPr>
            <a:r>
              <a:rPr sz="2025" b="1">
                <a:solidFill>
                  <a:srgbClr val="102D27"/>
                </a:solidFill>
                <a:latin typeface="Arial"/>
                <a:ea typeface="Arial"/>
                <a:cs typeface="Arial"/>
              </a:rPr>
              <a:t>Recovery</a:t>
            </a:r>
          </a:p>
        </p:txBody>
      </p:sp>
      <p:sp>
        <p:nvSpPr>
          <p:cNvPr id="18" name="">
            <a:extLst xmlns:a="http://schemas.openxmlformats.org/drawingml/2006/main">
              <a:ext uri="{FF2B5EF4-FFF2-40B4-BE49-F238E27FC236}">
                <a16:creationId xmlns:a16="http://schemas.microsoft.com/office/drawing/2014/main" id="{169092C1-129B-4110-8008-A6D928C36D8A}"/>
              </a:ext>
            </a:extLst>
          </p:cNvPr>
          <p:cNvSpPr>
            <a:spLocks xmlns:a="http://schemas.openxmlformats.org/drawingml/2006/main" noGrp="1"/>
          </p:cNvSpPr>
          <p:nvPr/>
        </p:nvSpPr>
        <p:spPr>
          <a:xfrm xmlns:a="http://schemas.openxmlformats.org/drawingml/2006/main">
            <a:off x="6391275" y="5095875"/>
            <a:ext cx="27622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Correct board after</a:t>
            </a:r>
          </a:p>
        </p:txBody>
      </p:sp>
      <p:sp>
        <p:nvSpPr>
          <p:cNvPr id="19" name="">
            <a:extLst xmlns:a="http://schemas.openxmlformats.org/drawingml/2006/main">
              <a:ext uri="{FF2B5EF4-FFF2-40B4-BE49-F238E27FC236}">
                <a16:creationId xmlns:a16="http://schemas.microsoft.com/office/drawing/2014/main" id="{76A2DE9E-4728-4A46-9B83-B1A37B339118}"/>
              </a:ext>
            </a:extLst>
          </p:cNvPr>
          <p:cNvSpPr>
            <a:spLocks xmlns:a="http://schemas.openxmlformats.org/drawingml/2006/main" noGrp="1"/>
          </p:cNvSpPr>
          <p:nvPr/>
        </p:nvSpPr>
        <p:spPr>
          <a:xfrm xmlns:a="http://schemas.openxmlformats.org/drawingml/2006/main">
            <a:off x="6391275" y="5352193"/>
            <a:ext cx="2762250"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a 10-second drop</a:t>
            </a:r>
          </a:p>
        </p:txBody>
      </p:sp>
      <p:sp>
        <p:nvSpPr>
          <p:cNvPr id="20" name="">
            <a:extLst xmlns:a="http://schemas.openxmlformats.org/drawingml/2006/main">
              <a:ext uri="{FF2B5EF4-FFF2-40B4-BE49-F238E27FC236}">
                <a16:creationId xmlns:a16="http://schemas.microsoft.com/office/drawing/2014/main" id="{8F1832B1-A2CC-4259-8E66-E6DB25050261}"/>
              </a:ext>
            </a:extLst>
          </p:cNvPr>
          <p:cNvSpPr>
            <a:spLocks xmlns:a="http://schemas.openxmlformats.org/drawingml/2006/main" noGrp="1"/>
          </p:cNvSpPr>
          <p:nvPr/>
        </p:nvSpPr>
        <p:spPr>
          <a:xfrm xmlns:a="http://schemas.openxmlformats.org/drawingml/2006/main">
            <a:off x="9277350" y="4667250"/>
            <a:ext cx="2524125"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1">
                <a:solidFill>
                  <a:srgbClr val="102D27"/>
                </a:solidFill>
                <a:latin typeface="Arial"/>
                <a:ea typeface="Arial"/>
                <a:cs typeface="Arial"/>
              </a:defRPr>
            </a:pPr>
            <a:r>
              <a:rPr sz="2025" b="1">
                <a:solidFill>
                  <a:srgbClr val="102D27"/>
                </a:solidFill>
                <a:latin typeface="Arial"/>
                <a:ea typeface="Arial"/>
                <a:cs typeface="Arial"/>
              </a:rPr>
              <a:t>Efficiency</a:t>
            </a:r>
          </a:p>
        </p:txBody>
      </p:sp>
      <p:sp>
        <p:nvSpPr>
          <p:cNvPr id="21" name="">
            <a:extLst xmlns:a="http://schemas.openxmlformats.org/drawingml/2006/main">
              <a:ext uri="{FF2B5EF4-FFF2-40B4-BE49-F238E27FC236}">
                <a16:creationId xmlns:a16="http://schemas.microsoft.com/office/drawing/2014/main" id="{FAF44419-1670-47AD-8A36-279985A6428F}"/>
              </a:ext>
            </a:extLst>
          </p:cNvPr>
          <p:cNvSpPr>
            <a:spLocks xmlns:a="http://schemas.openxmlformats.org/drawingml/2006/main" noGrp="1"/>
          </p:cNvSpPr>
          <p:nvPr/>
        </p:nvSpPr>
        <p:spPr>
          <a:xfrm xmlns:a="http://schemas.openxmlformats.org/drawingml/2006/main">
            <a:off x="9277350" y="5095875"/>
            <a:ext cx="252412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Total bytes and</a:t>
            </a:r>
          </a:p>
        </p:txBody>
      </p:sp>
      <p:sp>
        <p:nvSpPr>
          <p:cNvPr id="22" name="">
            <a:extLst xmlns:a="http://schemas.openxmlformats.org/drawingml/2006/main">
              <a:ext uri="{FF2B5EF4-FFF2-40B4-BE49-F238E27FC236}">
                <a16:creationId xmlns:a16="http://schemas.microsoft.com/office/drawing/2014/main" id="{18664171-73E1-4807-A984-C227D54D1733}"/>
              </a:ext>
            </a:extLst>
          </p:cNvPr>
          <p:cNvSpPr>
            <a:spLocks xmlns:a="http://schemas.openxmlformats.org/drawingml/2006/main" noGrp="1"/>
          </p:cNvSpPr>
          <p:nvPr/>
        </p:nvSpPr>
        <p:spPr>
          <a:xfrm xmlns:a="http://schemas.openxmlformats.org/drawingml/2006/main">
            <a:off x="9277350" y="5352193"/>
            <a:ext cx="2524125" cy="27165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725" b="0">
                <a:solidFill>
                  <a:srgbClr val="5B6B62"/>
                </a:solidFill>
                <a:latin typeface="Arial"/>
                <a:ea typeface="Arial"/>
                <a:cs typeface="Arial"/>
              </a:defRPr>
            </a:pPr>
            <a:r>
              <a:rPr sz="1725" b="0">
                <a:solidFill>
                  <a:srgbClr val="5B6B62"/>
                </a:solidFill>
                <a:latin typeface="Arial"/>
                <a:ea typeface="Arial"/>
                <a:cs typeface="Arial"/>
              </a:rPr>
              <a:t>CPU/NPU profile</a:t>
            </a:r>
          </a:p>
        </p:txBody>
      </p:sp>
      <p:sp>
        <p:nvSpPr>
          <p:cNvPr id="23" name="">
            <a:extLst xmlns:a="http://schemas.openxmlformats.org/drawingml/2006/main">
              <a:ext uri="{FF2B5EF4-FFF2-40B4-BE49-F238E27FC236}">
                <a16:creationId xmlns:a16="http://schemas.microsoft.com/office/drawing/2014/main" id="{43E6D37D-A885-43A7-ABE0-58CE9FEF5C5C}"/>
              </a:ext>
            </a:extLst>
          </p:cNvPr>
          <p:cNvSpPr>
            <a:spLocks xmlns:a="http://schemas.openxmlformats.org/drawingml/2006/main" noGrp="1"/>
          </p:cNvSpPr>
          <p:nvPr/>
        </p:nvSpPr>
        <p:spPr>
          <a:xfrm xmlns:a="http://schemas.openxmlformats.org/drawingml/2006/main">
            <a:off x="619125" y="6372225"/>
            <a:ext cx="10287000" cy="1889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B6B62"/>
                </a:solidFill>
                <a:latin typeface="Arial"/>
                <a:ea typeface="Arial"/>
                <a:cs typeface="Arial"/>
              </a:defRPr>
            </a:pPr>
            <a:r>
              <a:rPr sz="1200" b="0">
                <a:solidFill>
                  <a:srgbClr val="5B6B62"/>
                </a:solidFill>
                <a:latin typeface="Arial"/>
                <a:ea typeface="Arial"/>
                <a:cs typeface="Arial"/>
              </a:rPr>
              <a:t>Planned evaluation, not completed testing. Publish the same inputs, settings and failures.</a:t>
            </a:r>
          </a:p>
        </p:txBody>
      </p:sp>
      <p:sp>
        <p:nvSpPr>
          <p:cNvPr id="24" name="">
            <a:extLst xmlns:a="http://schemas.openxmlformats.org/drawingml/2006/main">
              <a:ext uri="{FF2B5EF4-FFF2-40B4-BE49-F238E27FC236}">
                <a16:creationId xmlns:a16="http://schemas.microsoft.com/office/drawing/2014/main" id="{145BABD6-C4C7-43CF-BB90-5D46ACF0B400}"/>
              </a:ext>
            </a:extLst>
          </p:cNvPr>
          <p:cNvSpPr>
            <a:spLocks xmlns:a="http://schemas.openxmlformats.org/drawingml/2006/main" noGrp="1"/>
          </p:cNvSpPr>
          <p:nvPr/>
        </p:nvSpPr>
        <p:spPr>
          <a:xfrm xmlns:a="http://schemas.openxmlformats.org/drawingml/2006/main">
            <a:off x="11144250" y="6362700"/>
            <a:ext cx="438150" cy="1771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125" b="0">
                <a:solidFill>
                  <a:srgbClr val="5B6B62"/>
                </a:solidFill>
                <a:latin typeface="Arial"/>
                <a:ea typeface="Arial"/>
                <a:cs typeface="Arial"/>
              </a:defRPr>
            </a:pPr>
            <a:r>
              <a:rPr sz="1125" b="0">
                <a:solidFill>
                  <a:srgbClr val="5B6B62"/>
                </a:solidFill>
                <a:latin typeface="Arial"/>
                <a:ea typeface="Arial"/>
                <a:cs typeface="Arial"/>
              </a:rPr>
              <a:t>07</a:t>
            </a:r>
          </a:p>
        </p:txBody>
      </p:sp>
    </p:spTree>
    <p:extLst>
      <p:ext uri="{BB962C8B-B14F-4D97-AF65-F5344CB8AC3E}">
        <p14:creationId xmlns:p14="http://schemas.microsoft.com/office/powerpoint/2010/main" val="1303144332"/>
      </p:ext>
    </p:extLst>
  </p:cSld>
</p:sld>
</file>

<file path=ppt/slides/slide8.xml><?xml version="1.0" encoding="utf-8"?>
<p:sld xmlns:p="http://schemas.openxmlformats.org/presentationml/2006/main">
  <p:cSld>
    <p:bg>
      <p:bgPr>
        <a:solidFill xmlns:a="http://schemas.openxmlformats.org/drawingml/2006/main">
          <a:srgbClr val="09231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7AAD5C3C-63DA-4719-A08F-05037412B9C9}"/>
              </a:ext>
            </a:extLst>
          </p:cNvPr>
          <p:cNvSpPr>
            <a:spLocks xmlns:a="http://schemas.openxmlformats.org/drawingml/2006/main" noGrp="1"/>
          </p:cNvSpPr>
          <p:nvPr/>
        </p:nvSpPr>
        <p:spPr>
          <a:xfrm xmlns:a="http://schemas.openxmlformats.org/drawingml/2006/main">
            <a:off x="609600" y="361950"/>
            <a:ext cx="1085850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1">
                <a:solidFill>
                  <a:srgbClr val="BAC9BB"/>
                </a:solidFill>
                <a:latin typeface="Arial"/>
                <a:ea typeface="Arial"/>
                <a:cs typeface="Arial"/>
              </a:defRPr>
            </a:pPr>
            <a:r>
              <a:rPr sz="1275" b="1">
                <a:solidFill>
                  <a:srgbClr val="BAC9BB"/>
                </a:solidFill>
                <a:latin typeface="Arial"/>
                <a:ea typeface="Arial"/>
                <a:cs typeface="Arial"/>
              </a:rPr>
              <a:t>A FOCUSED FIRST RELEASE</a:t>
            </a:r>
          </a:p>
        </p:txBody>
      </p:sp>
      <p:sp>
        <p:nvSpPr>
          <p:cNvPr id="2" name="">
            <a:extLst xmlns:a="http://schemas.openxmlformats.org/drawingml/2006/main">
              <a:ext uri="{FF2B5EF4-FFF2-40B4-BE49-F238E27FC236}">
                <a16:creationId xmlns:a16="http://schemas.microsoft.com/office/drawing/2014/main" id="{E7213519-9A55-4965-B90A-0EA6E4E45E81}"/>
              </a:ext>
            </a:extLst>
          </p:cNvPr>
          <p:cNvSpPr>
            <a:spLocks xmlns:a="http://schemas.openxmlformats.org/drawingml/2006/main" noGrp="1"/>
          </p:cNvSpPr>
          <p:nvPr/>
        </p:nvSpPr>
        <p:spPr>
          <a:xfrm xmlns:a="http://schemas.openxmlformats.org/drawingml/2006/main">
            <a:off x="609600" y="1038225"/>
            <a:ext cx="10906125" cy="779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950" b="1">
                <a:solidFill>
                  <a:srgbClr val="F5F1E7"/>
                </a:solidFill>
                <a:latin typeface="Arial"/>
                <a:ea typeface="Arial"/>
                <a:cs typeface="Arial"/>
              </a:defRPr>
            </a:pPr>
            <a:r>
              <a:rPr sz="4950" b="1">
                <a:solidFill>
                  <a:srgbClr val="F5F1E7"/>
                </a:solidFill>
                <a:latin typeface="Arial"/>
                <a:ea typeface="Arial"/>
                <a:cs typeface="Arial"/>
              </a:rPr>
              <a:t>One teacher laptop.</a:t>
            </a:r>
          </a:p>
        </p:txBody>
      </p:sp>
      <p:sp>
        <p:nvSpPr>
          <p:cNvPr id="3" name="">
            <a:extLst xmlns:a="http://schemas.openxmlformats.org/drawingml/2006/main">
              <a:ext uri="{FF2B5EF4-FFF2-40B4-BE49-F238E27FC236}">
                <a16:creationId xmlns:a16="http://schemas.microsoft.com/office/drawing/2014/main" id="{8F3D5927-1EA7-4DD7-8BAA-C55F3486F1D6}"/>
              </a:ext>
            </a:extLst>
          </p:cNvPr>
          <p:cNvSpPr>
            <a:spLocks xmlns:a="http://schemas.openxmlformats.org/drawingml/2006/main" noGrp="1"/>
          </p:cNvSpPr>
          <p:nvPr/>
        </p:nvSpPr>
        <p:spPr>
          <a:xfrm xmlns:a="http://schemas.openxmlformats.org/drawingml/2006/main">
            <a:off x="609600" y="1773746"/>
            <a:ext cx="10906125" cy="77952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4950" b="1">
                <a:solidFill>
                  <a:srgbClr val="F5F1E7"/>
                </a:solidFill>
                <a:latin typeface="Arial"/>
                <a:ea typeface="Arial"/>
                <a:cs typeface="Arial"/>
              </a:defRPr>
            </a:pPr>
            <a:r>
              <a:rPr sz="4950" b="1">
                <a:solidFill>
                  <a:srgbClr val="F5F1E7"/>
                </a:solidFill>
                <a:latin typeface="Arial"/>
                <a:ea typeface="Arial"/>
                <a:cs typeface="Arial"/>
              </a:rPr>
              <a:t>Any student browser.</a:t>
            </a:r>
          </a:p>
        </p:txBody>
      </p:sp>
      <p:sp>
        <p:nvSpPr>
          <p:cNvPr id="4" name="">
            <a:extLst xmlns:a="http://schemas.openxmlformats.org/drawingml/2006/main">
              <a:ext uri="{FF2B5EF4-FFF2-40B4-BE49-F238E27FC236}">
                <a16:creationId xmlns:a16="http://schemas.microsoft.com/office/drawing/2014/main" id="{5C179FD9-1C2F-41D6-B3E1-375C4766279F}"/>
              </a:ext>
            </a:extLst>
          </p:cNvPr>
          <p:cNvSpPr>
            <a:spLocks xmlns:a="http://schemas.openxmlformats.org/drawingml/2006/main" noGrp="1"/>
          </p:cNvSpPr>
          <p:nvPr/>
        </p:nvSpPr>
        <p:spPr>
          <a:xfrm xmlns:a="http://schemas.openxmlformats.org/drawingml/2006/main">
            <a:off x="647700" y="2790825"/>
            <a:ext cx="10668000" cy="3661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BAC9BB"/>
                </a:solidFill>
                <a:latin typeface="Arial"/>
                <a:ea typeface="Arial"/>
                <a:cs typeface="Arial"/>
              </a:defRPr>
            </a:pPr>
            <a:r>
              <a:rPr sz="2325" b="0">
                <a:solidFill>
                  <a:srgbClr val="BAC9BB"/>
                </a:solidFill>
                <a:latin typeface="Arial"/>
                <a:ea typeface="Arial"/>
                <a:cs typeface="Arial"/>
              </a:rPr>
              <a:t>Start with independent tutors and college lecturers</a:t>
            </a:r>
          </a:p>
        </p:txBody>
      </p:sp>
      <p:sp>
        <p:nvSpPr>
          <p:cNvPr id="5" name="">
            <a:extLst xmlns:a="http://schemas.openxmlformats.org/drawingml/2006/main">
              <a:ext uri="{FF2B5EF4-FFF2-40B4-BE49-F238E27FC236}">
                <a16:creationId xmlns:a16="http://schemas.microsoft.com/office/drawing/2014/main" id="{53B5E894-6259-491D-994F-BDA30CDE4EAC}"/>
              </a:ext>
            </a:extLst>
          </p:cNvPr>
          <p:cNvSpPr>
            <a:spLocks xmlns:a="http://schemas.openxmlformats.org/drawingml/2006/main" noGrp="1"/>
          </p:cNvSpPr>
          <p:nvPr/>
        </p:nvSpPr>
        <p:spPr>
          <a:xfrm xmlns:a="http://schemas.openxmlformats.org/drawingml/2006/main">
            <a:off x="647700" y="3136297"/>
            <a:ext cx="10668000" cy="3661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325" b="0">
                <a:solidFill>
                  <a:srgbClr val="BAC9BB"/>
                </a:solidFill>
                <a:latin typeface="Arial"/>
                <a:ea typeface="Arial"/>
                <a:cs typeface="Arial"/>
              </a:defRPr>
            </a:pPr>
            <a:r>
              <a:rPr sz="2325" b="0">
                <a:solidFill>
                  <a:srgbClr val="BAC9BB"/>
                </a:solidFill>
                <a:latin typeface="Arial"/>
                <a:ea typeface="Arial"/>
                <a:cs typeface="Arial"/>
              </a:rPr>
              <a:t>who already teach from a physical board.</a:t>
            </a:r>
          </a:p>
        </p:txBody>
      </p:sp>
      <p:sp>
        <p:nvSpPr>
          <p:cNvPr id="6" name="">
            <a:extLst xmlns:a="http://schemas.openxmlformats.org/drawingml/2006/main">
              <a:ext uri="{FF2B5EF4-FFF2-40B4-BE49-F238E27FC236}">
                <a16:creationId xmlns:a16="http://schemas.microsoft.com/office/drawing/2014/main" id="{8CA804BA-DAF1-4009-AB41-0D1E833D8930}"/>
              </a:ext>
            </a:extLst>
          </p:cNvPr>
          <p:cNvSpPr>
            <a:spLocks xmlns:a="http://schemas.openxmlformats.org/drawingml/2006/main" noGrp="1"/>
          </p:cNvSpPr>
          <p:nvPr/>
        </p:nvSpPr>
        <p:spPr>
          <a:xfrm xmlns:a="http://schemas.openxmlformats.org/drawingml/2006/main">
            <a:off x="647700" y="4162425"/>
            <a:ext cx="24765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1">
                <a:solidFill>
                  <a:srgbClr val="D7EF87"/>
                </a:solidFill>
                <a:latin typeface="Arial"/>
                <a:ea typeface="Arial"/>
                <a:cs typeface="Arial"/>
              </a:defRPr>
            </a:pPr>
            <a:r>
              <a:rPr sz="1500" b="1">
                <a:solidFill>
                  <a:srgbClr val="D7EF87"/>
                </a:solidFill>
                <a:latin typeface="Arial"/>
                <a:ea typeface="Arial"/>
                <a:cs typeface="Arial"/>
              </a:rPr>
              <a:t>BUILD</a:t>
            </a:r>
          </a:p>
        </p:txBody>
      </p:sp>
      <p:sp>
        <p:nvSpPr>
          <p:cNvPr id="7" name="">
            <a:extLst xmlns:a="http://schemas.openxmlformats.org/drawingml/2006/main">
              <a:ext uri="{FF2B5EF4-FFF2-40B4-BE49-F238E27FC236}">
                <a16:creationId xmlns:a16="http://schemas.microsoft.com/office/drawing/2014/main" id="{E5265F15-8077-45B2-A3A6-1C8BBA4D8626}"/>
              </a:ext>
            </a:extLst>
          </p:cNvPr>
          <p:cNvSpPr>
            <a:spLocks xmlns:a="http://schemas.openxmlformats.org/drawingml/2006/main" noGrp="1"/>
          </p:cNvSpPr>
          <p:nvPr/>
        </p:nvSpPr>
        <p:spPr>
          <a:xfrm xmlns:a="http://schemas.openxmlformats.org/drawingml/2006/main">
            <a:off x="647700" y="4581525"/>
            <a:ext cx="3524250"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F5F1E7"/>
                </a:solidFill>
                <a:latin typeface="Arial"/>
                <a:ea typeface="Arial"/>
                <a:cs typeface="Arial"/>
              </a:defRPr>
            </a:pPr>
            <a:r>
              <a:rPr sz="2025" b="0">
                <a:solidFill>
                  <a:srgbClr val="F5F1E7"/>
                </a:solidFill>
                <a:latin typeface="Arial"/>
                <a:ea typeface="Arial"/>
                <a:cs typeface="Arial"/>
              </a:rPr>
              <a:t>One camera. One board.</a:t>
            </a:r>
          </a:p>
        </p:txBody>
      </p:sp>
      <p:sp>
        <p:nvSpPr>
          <p:cNvPr id="8" name="">
            <a:extLst xmlns:a="http://schemas.openxmlformats.org/drawingml/2006/main">
              <a:ext uri="{FF2B5EF4-FFF2-40B4-BE49-F238E27FC236}">
                <a16:creationId xmlns:a16="http://schemas.microsoft.com/office/drawing/2014/main" id="{6983D44F-8461-46B9-B3AD-DAFC8E409769}"/>
              </a:ext>
            </a:extLst>
          </p:cNvPr>
          <p:cNvSpPr>
            <a:spLocks xmlns:a="http://schemas.openxmlformats.org/drawingml/2006/main" noGrp="1"/>
          </p:cNvSpPr>
          <p:nvPr/>
        </p:nvSpPr>
        <p:spPr>
          <a:xfrm xmlns:a="http://schemas.openxmlformats.org/drawingml/2006/main">
            <a:off x="647700" y="4882420"/>
            <a:ext cx="3524250"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F5F1E7"/>
                </a:solidFill>
                <a:latin typeface="Arial"/>
                <a:ea typeface="Arial"/>
                <a:cs typeface="Arial"/>
              </a:defRPr>
            </a:pPr>
            <a:r>
              <a:rPr sz="2025" b="0">
                <a:solidFill>
                  <a:srgbClr val="F5F1E7"/>
                </a:solidFill>
                <a:latin typeface="Arial"/>
                <a:ea typeface="Arial"/>
                <a:cs typeface="Arial"/>
              </a:rPr>
              <a:t>A ten-minute lesson.</a:t>
            </a:r>
          </a:p>
        </p:txBody>
      </p:sp>
      <p:sp>
        <p:nvSpPr>
          <p:cNvPr id="9" name="">
            <a:extLst xmlns:a="http://schemas.openxmlformats.org/drawingml/2006/main">
              <a:ext uri="{FF2B5EF4-FFF2-40B4-BE49-F238E27FC236}">
                <a16:creationId xmlns:a16="http://schemas.microsoft.com/office/drawing/2014/main" id="{C7A3031B-DE54-42EA-98D6-BE8D477356ED}"/>
              </a:ext>
            </a:extLst>
          </p:cNvPr>
          <p:cNvSpPr>
            <a:spLocks xmlns:a="http://schemas.openxmlformats.org/drawingml/2006/main" noGrp="1"/>
          </p:cNvSpPr>
          <p:nvPr/>
        </p:nvSpPr>
        <p:spPr>
          <a:xfrm xmlns:a="http://schemas.openxmlformats.org/drawingml/2006/main">
            <a:off x="4591050" y="4162425"/>
            <a:ext cx="276225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1">
                <a:solidFill>
                  <a:srgbClr val="D7EF87"/>
                </a:solidFill>
                <a:latin typeface="Arial"/>
                <a:ea typeface="Arial"/>
                <a:cs typeface="Arial"/>
              </a:defRPr>
            </a:pPr>
            <a:r>
              <a:rPr sz="1500" b="1">
                <a:solidFill>
                  <a:srgbClr val="D7EF87"/>
                </a:solidFill>
                <a:latin typeface="Arial"/>
                <a:ea typeface="Arial"/>
                <a:cs typeface="Arial"/>
              </a:rPr>
              <a:t>PROVE</a:t>
            </a:r>
          </a:p>
        </p:txBody>
      </p:sp>
      <p:sp>
        <p:nvSpPr>
          <p:cNvPr id="10" name="">
            <a:extLst xmlns:a="http://schemas.openxmlformats.org/drawingml/2006/main">
              <a:ext uri="{FF2B5EF4-FFF2-40B4-BE49-F238E27FC236}">
                <a16:creationId xmlns:a16="http://schemas.microsoft.com/office/drawing/2014/main" id="{F610BF47-5F63-420B-BF23-4992274CF682}"/>
              </a:ext>
            </a:extLst>
          </p:cNvPr>
          <p:cNvSpPr>
            <a:spLocks xmlns:a="http://schemas.openxmlformats.org/drawingml/2006/main" noGrp="1"/>
          </p:cNvSpPr>
          <p:nvPr/>
        </p:nvSpPr>
        <p:spPr>
          <a:xfrm xmlns:a="http://schemas.openxmlformats.org/drawingml/2006/main">
            <a:off x="4591050" y="4581525"/>
            <a:ext cx="3333750"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F5F1E7"/>
                </a:solidFill>
                <a:latin typeface="Arial"/>
                <a:ea typeface="Arial"/>
                <a:cs typeface="Arial"/>
              </a:defRPr>
            </a:pPr>
            <a:r>
              <a:rPr sz="2025" b="0">
                <a:solidFill>
                  <a:srgbClr val="F5F1E7"/>
                </a:solidFill>
                <a:latin typeface="Arial"/>
                <a:ea typeface="Arial"/>
                <a:cs typeface="Arial"/>
              </a:rPr>
              <a:t>Readable symbols.</a:t>
            </a:r>
          </a:p>
        </p:txBody>
      </p:sp>
      <p:sp>
        <p:nvSpPr>
          <p:cNvPr id="11" name="">
            <a:extLst xmlns:a="http://schemas.openxmlformats.org/drawingml/2006/main">
              <a:ext uri="{FF2B5EF4-FFF2-40B4-BE49-F238E27FC236}">
                <a16:creationId xmlns:a16="http://schemas.microsoft.com/office/drawing/2014/main" id="{51BE0ADD-B041-4BEA-8A97-DFD70721426B}"/>
              </a:ext>
            </a:extLst>
          </p:cNvPr>
          <p:cNvSpPr>
            <a:spLocks xmlns:a="http://schemas.openxmlformats.org/drawingml/2006/main" noGrp="1"/>
          </p:cNvSpPr>
          <p:nvPr/>
        </p:nvSpPr>
        <p:spPr>
          <a:xfrm xmlns:a="http://schemas.openxmlformats.org/drawingml/2006/main">
            <a:off x="4591050" y="4882420"/>
            <a:ext cx="3333750"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F5F1E7"/>
                </a:solidFill>
                <a:latin typeface="Arial"/>
                <a:ea typeface="Arial"/>
                <a:cs typeface="Arial"/>
              </a:defRPr>
            </a:pPr>
            <a:r>
              <a:rPr sz="2025" b="0">
                <a:solidFill>
                  <a:srgbClr val="F5F1E7"/>
                </a:solidFill>
                <a:latin typeface="Arial"/>
                <a:ea typeface="Arial"/>
                <a:cs typeface="Arial"/>
              </a:rPr>
              <a:t>Correct recovery.</a:t>
            </a:r>
          </a:p>
        </p:txBody>
      </p:sp>
      <p:sp>
        <p:nvSpPr>
          <p:cNvPr id="12" name="">
            <a:extLst xmlns:a="http://schemas.openxmlformats.org/drawingml/2006/main">
              <a:ext uri="{FF2B5EF4-FFF2-40B4-BE49-F238E27FC236}">
                <a16:creationId xmlns:a16="http://schemas.microsoft.com/office/drawing/2014/main" id="{4D4B0F32-903B-46F2-9553-00BC39D3AD2F}"/>
              </a:ext>
            </a:extLst>
          </p:cNvPr>
          <p:cNvSpPr>
            <a:spLocks xmlns:a="http://schemas.openxmlformats.org/drawingml/2006/main" noGrp="1"/>
          </p:cNvSpPr>
          <p:nvPr/>
        </p:nvSpPr>
        <p:spPr>
          <a:xfrm xmlns:a="http://schemas.openxmlformats.org/drawingml/2006/main">
            <a:off x="8515350" y="4162425"/>
            <a:ext cx="2857500" cy="2362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00" b="1">
                <a:solidFill>
                  <a:srgbClr val="D7EF87"/>
                </a:solidFill>
                <a:latin typeface="Arial"/>
                <a:ea typeface="Arial"/>
                <a:cs typeface="Arial"/>
              </a:defRPr>
            </a:pPr>
            <a:r>
              <a:rPr sz="1500" b="1">
                <a:solidFill>
                  <a:srgbClr val="D7EF87"/>
                </a:solidFill>
                <a:latin typeface="Arial"/>
                <a:ea typeface="Arial"/>
                <a:cs typeface="Arial"/>
              </a:rPr>
              <a:t>PILOT</a:t>
            </a:r>
          </a:p>
        </p:txBody>
      </p:sp>
      <p:sp>
        <p:nvSpPr>
          <p:cNvPr id="13" name="">
            <a:extLst xmlns:a="http://schemas.openxmlformats.org/drawingml/2006/main">
              <a:ext uri="{FF2B5EF4-FFF2-40B4-BE49-F238E27FC236}">
                <a16:creationId xmlns:a16="http://schemas.microsoft.com/office/drawing/2014/main" id="{581E3657-D35F-4A5F-9B22-5EAF9F73E0ED}"/>
              </a:ext>
            </a:extLst>
          </p:cNvPr>
          <p:cNvSpPr>
            <a:spLocks xmlns:a="http://schemas.openxmlformats.org/drawingml/2006/main" noGrp="1"/>
          </p:cNvSpPr>
          <p:nvPr/>
        </p:nvSpPr>
        <p:spPr>
          <a:xfrm xmlns:a="http://schemas.openxmlformats.org/drawingml/2006/main">
            <a:off x="8515350" y="4581525"/>
            <a:ext cx="3095625"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F5F1E7"/>
                </a:solidFill>
                <a:latin typeface="Arial"/>
                <a:ea typeface="Arial"/>
                <a:cs typeface="Arial"/>
              </a:defRPr>
            </a:pPr>
            <a:r>
              <a:rPr sz="2025" b="0">
                <a:solidFill>
                  <a:srgbClr val="F5F1E7"/>
                </a:solidFill>
                <a:latin typeface="Arial"/>
                <a:ea typeface="Arial"/>
                <a:cs typeface="Arial"/>
              </a:rPr>
              <a:t>One teacher and</a:t>
            </a:r>
          </a:p>
        </p:txBody>
      </p:sp>
      <p:sp>
        <p:nvSpPr>
          <p:cNvPr id="14" name="">
            <a:extLst xmlns:a="http://schemas.openxmlformats.org/drawingml/2006/main">
              <a:ext uri="{FF2B5EF4-FFF2-40B4-BE49-F238E27FC236}">
                <a16:creationId xmlns:a16="http://schemas.microsoft.com/office/drawing/2014/main" id="{0EFA3974-D048-4302-8183-BA39FEAB25D8}"/>
              </a:ext>
            </a:extLst>
          </p:cNvPr>
          <p:cNvSpPr>
            <a:spLocks xmlns:a="http://schemas.openxmlformats.org/drawingml/2006/main" noGrp="1"/>
          </p:cNvSpPr>
          <p:nvPr/>
        </p:nvSpPr>
        <p:spPr>
          <a:xfrm xmlns:a="http://schemas.openxmlformats.org/drawingml/2006/main">
            <a:off x="8515350" y="4882420"/>
            <a:ext cx="3095625" cy="318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025" b="0">
                <a:solidFill>
                  <a:srgbClr val="F5F1E7"/>
                </a:solidFill>
                <a:latin typeface="Arial"/>
                <a:ea typeface="Arial"/>
                <a:cs typeface="Arial"/>
              </a:defRPr>
            </a:pPr>
            <a:r>
              <a:rPr sz="2025" b="0">
                <a:solidFill>
                  <a:srgbClr val="F5F1E7"/>
                </a:solidFill>
                <a:latin typeface="Arial"/>
                <a:ea typeface="Arial"/>
                <a:cs typeface="Arial"/>
              </a:rPr>
              <a:t>5–10 adult learners.</a:t>
            </a:r>
          </a:p>
        </p:txBody>
      </p:sp>
      <p:sp>
        <p:nvSpPr>
          <p:cNvPr id="15" name="">
            <a:extLst xmlns:a="http://schemas.openxmlformats.org/drawingml/2006/main">
              <a:ext uri="{FF2B5EF4-FFF2-40B4-BE49-F238E27FC236}">
                <a16:creationId xmlns:a16="http://schemas.microsoft.com/office/drawing/2014/main" id="{BB97D9C6-2205-4660-A034-1505D01F0FE0}"/>
              </a:ext>
            </a:extLst>
          </p:cNvPr>
          <p:cNvSpPr>
            <a:spLocks xmlns:a="http://schemas.openxmlformats.org/drawingml/2006/main" noGrp="1"/>
          </p:cNvSpPr>
          <p:nvPr/>
        </p:nvSpPr>
        <p:spPr>
          <a:xfrm xmlns:a="http://schemas.openxmlformats.org/drawingml/2006/main">
            <a:off x="628650" y="5953125"/>
            <a:ext cx="4191000" cy="3779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2400" b="1">
                <a:solidFill>
                  <a:srgbClr val="D7EF87"/>
                </a:solidFill>
                <a:latin typeface="Arial"/>
                <a:ea typeface="Arial"/>
                <a:cs typeface="Arial"/>
              </a:defRPr>
            </a:pPr>
            <a:r>
              <a:rPr sz="2400" b="1">
                <a:solidFill>
                  <a:srgbClr val="D7EF87"/>
                </a:solidFill>
                <a:latin typeface="Arial"/>
                <a:ea typeface="Arial"/>
                <a:cs typeface="Arial"/>
              </a:rPr>
              <a:t>CHALKLINE</a:t>
            </a:r>
          </a:p>
        </p:txBody>
      </p:sp>
      <p:sp>
        <p:nvSpPr>
          <p:cNvPr id="16" name="">
            <a:extLst xmlns:a="http://schemas.openxmlformats.org/drawingml/2006/main">
              <a:ext uri="{FF2B5EF4-FFF2-40B4-BE49-F238E27FC236}">
                <a16:creationId xmlns:a16="http://schemas.microsoft.com/office/drawing/2014/main" id="{96B4C451-37EB-4A08-B468-313691FB1B06}"/>
              </a:ext>
            </a:extLst>
          </p:cNvPr>
          <p:cNvSpPr>
            <a:spLocks xmlns:a="http://schemas.openxmlformats.org/drawingml/2006/main" noGrp="1"/>
          </p:cNvSpPr>
          <p:nvPr/>
        </p:nvSpPr>
        <p:spPr>
          <a:xfrm xmlns:a="http://schemas.openxmlformats.org/drawingml/2006/main">
            <a:off x="4591050" y="6029325"/>
            <a:ext cx="7048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75" b="0">
                <a:solidFill>
                  <a:srgbClr val="F5F1E7"/>
                </a:solidFill>
                <a:latin typeface="Arial"/>
                <a:ea typeface="Arial"/>
                <a:cs typeface="Arial"/>
              </a:defRPr>
            </a:pPr>
            <a:r>
              <a:rPr sz="1875" b="0">
                <a:solidFill>
                  <a:srgbClr val="F5F1E7"/>
                </a:solidFill>
                <a:latin typeface="Arial"/>
                <a:ea typeface="Arial"/>
                <a:cs typeface="Arial"/>
              </a:rPr>
              <a:t>The next line should reach everyone.</a:t>
            </a:r>
          </a:p>
        </p:txBody>
      </p:sp>
    </p:spTree>
    <p:extLst>
      <p:ext uri="{BB962C8B-B14F-4D97-AF65-F5344CB8AC3E}">
        <p14:creationId xmlns:p14="http://schemas.microsoft.com/office/powerpoint/2010/main" val="2070795098"/>
      </p:ext>
    </p:extLst>
  </p:cSld>
</p:sld>
</file>

<file path=ppt/slides/slide9.xml><?xml version="1.0" encoding="utf-8"?>
<p:sld xmlns:p="http://schemas.openxmlformats.org/presentationml/2006/main">
  <p:cSld>
    <p:bg>
      <p:bgPr>
        <a:solidFill xmlns:a="http://schemas.openxmlformats.org/drawingml/2006/main">
          <a:srgbClr val="F5F1E7"/>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4E97FFB-7962-4741-89F1-2C7EB70EDD77}"/>
              </a:ext>
            </a:extLst>
          </p:cNvPr>
          <p:cNvSpPr>
            <a:spLocks xmlns:a="http://schemas.openxmlformats.org/drawingml/2006/main" noGrp="1"/>
          </p:cNvSpPr>
          <p:nvPr/>
        </p:nvSpPr>
        <p:spPr>
          <a:xfrm xmlns:a="http://schemas.openxmlformats.org/drawingml/2006/main">
            <a:off x="609600" y="361950"/>
            <a:ext cx="1085850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1">
                <a:solidFill>
                  <a:srgbClr val="5B6B62"/>
                </a:solidFill>
                <a:latin typeface="Arial"/>
                <a:ea typeface="Arial"/>
                <a:cs typeface="Arial"/>
              </a:defRPr>
            </a:pPr>
            <a:r>
              <a:rPr sz="1275" b="1">
                <a:solidFill>
                  <a:srgbClr val="5B6B62"/>
                </a:solidFill>
                <a:latin typeface="Arial"/>
                <a:ea typeface="Arial"/>
                <a:cs typeface="Arial"/>
              </a:rPr>
              <a:t>REFERENCE NOTES</a:t>
            </a:r>
          </a:p>
        </p:txBody>
      </p:sp>
      <p:sp>
        <p:nvSpPr>
          <p:cNvPr id="2" name="">
            <a:extLst xmlns:a="http://schemas.openxmlformats.org/drawingml/2006/main">
              <a:ext uri="{FF2B5EF4-FFF2-40B4-BE49-F238E27FC236}">
                <a16:creationId xmlns:a16="http://schemas.microsoft.com/office/drawing/2014/main" id="{AFB2C802-B233-4ADC-B42B-DE2214B84A4E}"/>
              </a:ext>
            </a:extLst>
          </p:cNvPr>
          <p:cNvSpPr>
            <a:spLocks xmlns:a="http://schemas.openxmlformats.org/drawingml/2006/main" noGrp="1"/>
          </p:cNvSpPr>
          <p:nvPr/>
        </p:nvSpPr>
        <p:spPr>
          <a:xfrm xmlns:a="http://schemas.openxmlformats.org/drawingml/2006/main">
            <a:off x="609600" y="895350"/>
            <a:ext cx="10763250" cy="55511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3525" b="1">
                <a:solidFill>
                  <a:srgbClr val="102D27"/>
                </a:solidFill>
                <a:latin typeface="Arial"/>
                <a:ea typeface="Arial"/>
                <a:cs typeface="Arial"/>
              </a:defRPr>
            </a:pPr>
            <a:r>
              <a:rPr sz="3525" b="1">
                <a:solidFill>
                  <a:srgbClr val="102D27"/>
                </a:solidFill>
                <a:latin typeface="Arial"/>
                <a:ea typeface="Arial"/>
                <a:cs typeface="Arial"/>
              </a:rPr>
              <a:t>Evidence behind the proposal</a:t>
            </a:r>
          </a:p>
        </p:txBody>
      </p:sp>
      <p:sp>
        <p:nvSpPr>
          <p:cNvPr id="3" name="">
            <a:extLst xmlns:a="http://schemas.openxmlformats.org/drawingml/2006/main">
              <a:ext uri="{FF2B5EF4-FFF2-40B4-BE49-F238E27FC236}">
                <a16:creationId xmlns:a16="http://schemas.microsoft.com/office/drawing/2014/main" id="{64B2F48B-64AA-40B7-A78A-D38815EFE499}"/>
              </a:ext>
            </a:extLst>
          </p:cNvPr>
          <p:cNvSpPr>
            <a:spLocks xmlns:a="http://schemas.openxmlformats.org/drawingml/2006/main" noGrp="1"/>
          </p:cNvSpPr>
          <p:nvPr/>
        </p:nvSpPr>
        <p:spPr>
          <a:xfrm xmlns:a="http://schemas.openxmlformats.org/drawingml/2006/main">
            <a:off x="628650" y="1933575"/>
            <a:ext cx="37147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102D27"/>
                </a:solidFill>
                <a:latin typeface="Arial"/>
                <a:ea typeface="Arial"/>
                <a:cs typeface="Arial"/>
              </a:defRPr>
            </a:pPr>
            <a:r>
              <a:rPr sz="1800" b="1">
                <a:solidFill>
                  <a:srgbClr val="102D27"/>
                </a:solidFill>
                <a:latin typeface="Arial"/>
                <a:ea typeface="Arial"/>
                <a:cs typeface="Arial"/>
              </a:rPr>
              <a:t>1  Qualcomm AI Hub</a:t>
            </a:r>
          </a:p>
        </p:txBody>
      </p:sp>
      <p:sp>
        <p:nvSpPr>
          <p:cNvPr id="4" name="">
            <a:extLst xmlns:a="http://schemas.openxmlformats.org/drawingml/2006/main">
              <a:ext uri="{FF2B5EF4-FFF2-40B4-BE49-F238E27FC236}">
                <a16:creationId xmlns:a16="http://schemas.microsoft.com/office/drawing/2014/main" id="{4653555E-28B1-44C6-8DB5-7FDA3A24EFAF}"/>
              </a:ext>
            </a:extLst>
          </p:cNvPr>
          <p:cNvSpPr>
            <a:spLocks xmlns:a="http://schemas.openxmlformats.org/drawingml/2006/main" noGrp="1"/>
          </p:cNvSpPr>
          <p:nvPr/>
        </p:nvSpPr>
        <p:spPr>
          <a:xfrm xmlns:a="http://schemas.openxmlformats.org/drawingml/2006/main">
            <a:off x="4333875" y="1933575"/>
            <a:ext cx="7286625" cy="248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5B6B62"/>
                </a:solidFill>
                <a:latin typeface="Arial"/>
                <a:ea typeface="Arial"/>
                <a:cs typeface="Arial"/>
              </a:defRPr>
            </a:pPr>
            <a:r>
              <a:rPr sz="1575" b="0">
                <a:solidFill>
                  <a:srgbClr val="5B6B62"/>
                </a:solidFill>
                <a:latin typeface="Arial"/>
                <a:ea typeface="Arial"/>
                <a:cs typeface="Arial"/>
              </a:rPr>
              <a:t>DeepLabV3-Plus-MobileNet model catalog</a:t>
            </a:r>
          </a:p>
        </p:txBody>
      </p:sp>
      <p:sp>
        <p:nvSpPr>
          <p:cNvPr id="5" name="">
            <a:extLst xmlns:a="http://schemas.openxmlformats.org/drawingml/2006/main">
              <a:ext uri="{FF2B5EF4-FFF2-40B4-BE49-F238E27FC236}">
                <a16:creationId xmlns:a16="http://schemas.microsoft.com/office/drawing/2014/main" id="{AC92F58B-7FB9-47A1-9E44-88243D4E1986}"/>
              </a:ext>
            </a:extLst>
          </p:cNvPr>
          <p:cNvSpPr>
            <a:spLocks xmlns:a="http://schemas.openxmlformats.org/drawingml/2006/main" noGrp="1"/>
          </p:cNvSpPr>
          <p:nvPr/>
        </p:nvSpPr>
        <p:spPr>
          <a:xfrm xmlns:a="http://schemas.openxmlformats.org/drawingml/2006/main">
            <a:off x="628650" y="2714625"/>
            <a:ext cx="37147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102D27"/>
                </a:solidFill>
                <a:latin typeface="Arial"/>
                <a:ea typeface="Arial"/>
                <a:cs typeface="Arial"/>
              </a:defRPr>
            </a:pPr>
            <a:r>
              <a:rPr sz="1800" b="1">
                <a:solidFill>
                  <a:srgbClr val="102D27"/>
                </a:solidFill>
                <a:latin typeface="Arial"/>
                <a:ea typeface="Arial"/>
                <a:cs typeface="Arial"/>
              </a:rPr>
              <a:t>2  ONNX Runtime</a:t>
            </a:r>
          </a:p>
        </p:txBody>
      </p:sp>
      <p:sp>
        <p:nvSpPr>
          <p:cNvPr id="6" name="">
            <a:extLst xmlns:a="http://schemas.openxmlformats.org/drawingml/2006/main">
              <a:ext uri="{FF2B5EF4-FFF2-40B4-BE49-F238E27FC236}">
                <a16:creationId xmlns:a16="http://schemas.microsoft.com/office/drawing/2014/main" id="{B331843B-163C-46A3-8151-7908BD86801B}"/>
              </a:ext>
            </a:extLst>
          </p:cNvPr>
          <p:cNvSpPr>
            <a:spLocks xmlns:a="http://schemas.openxmlformats.org/drawingml/2006/main" noGrp="1"/>
          </p:cNvSpPr>
          <p:nvPr/>
        </p:nvSpPr>
        <p:spPr>
          <a:xfrm xmlns:a="http://schemas.openxmlformats.org/drawingml/2006/main">
            <a:off x="4333875" y="2714625"/>
            <a:ext cx="7286625" cy="248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5B6B62"/>
                </a:solidFill>
                <a:latin typeface="Arial"/>
                <a:ea typeface="Arial"/>
                <a:cs typeface="Arial"/>
              </a:defRPr>
            </a:pPr>
            <a:r>
              <a:rPr sz="1575" b="0">
                <a:solidFill>
                  <a:srgbClr val="5B6B62"/>
                </a:solidFill>
                <a:latin typeface="Arial"/>
                <a:ea typeface="Arial"/>
                <a:cs typeface="Arial"/>
              </a:rPr>
              <a:t>QNN execution provider for Qualcomm hardware</a:t>
            </a:r>
          </a:p>
        </p:txBody>
      </p:sp>
      <p:sp>
        <p:nvSpPr>
          <p:cNvPr id="7" name="">
            <a:extLst xmlns:a="http://schemas.openxmlformats.org/drawingml/2006/main">
              <a:ext uri="{FF2B5EF4-FFF2-40B4-BE49-F238E27FC236}">
                <a16:creationId xmlns:a16="http://schemas.microsoft.com/office/drawing/2014/main" id="{9477DE85-9067-437E-9A59-462FBAAAB986}"/>
              </a:ext>
            </a:extLst>
          </p:cNvPr>
          <p:cNvSpPr>
            <a:spLocks xmlns:a="http://schemas.openxmlformats.org/drawingml/2006/main" noGrp="1"/>
          </p:cNvSpPr>
          <p:nvPr/>
        </p:nvSpPr>
        <p:spPr>
          <a:xfrm xmlns:a="http://schemas.openxmlformats.org/drawingml/2006/main">
            <a:off x="628650" y="3495675"/>
            <a:ext cx="37147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102D27"/>
                </a:solidFill>
                <a:latin typeface="Arial"/>
                <a:ea typeface="Arial"/>
                <a:cs typeface="Arial"/>
              </a:defRPr>
            </a:pPr>
            <a:r>
              <a:rPr sz="1800" b="1">
                <a:solidFill>
                  <a:srgbClr val="102D27"/>
                </a:solidFill>
                <a:latin typeface="Arial"/>
                <a:ea typeface="Arial"/>
                <a:cs typeface="Arial"/>
              </a:rPr>
              <a:t>3  Microsoft Teams Support</a:t>
            </a:r>
          </a:p>
        </p:txBody>
      </p:sp>
      <p:sp>
        <p:nvSpPr>
          <p:cNvPr id="8" name="">
            <a:extLst xmlns:a="http://schemas.openxmlformats.org/drawingml/2006/main">
              <a:ext uri="{FF2B5EF4-FFF2-40B4-BE49-F238E27FC236}">
                <a16:creationId xmlns:a16="http://schemas.microsoft.com/office/drawing/2014/main" id="{34CFDBB7-3783-4899-A23A-0ECA589C2CDD}"/>
              </a:ext>
            </a:extLst>
          </p:cNvPr>
          <p:cNvSpPr>
            <a:spLocks xmlns:a="http://schemas.openxmlformats.org/drawingml/2006/main" noGrp="1"/>
          </p:cNvSpPr>
          <p:nvPr/>
        </p:nvSpPr>
        <p:spPr>
          <a:xfrm xmlns:a="http://schemas.openxmlformats.org/drawingml/2006/main">
            <a:off x="4333875" y="3495675"/>
            <a:ext cx="7286625" cy="248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5B6B62"/>
                </a:solidFill>
                <a:latin typeface="Arial"/>
                <a:ea typeface="Arial"/>
                <a:cs typeface="Arial"/>
              </a:defRPr>
            </a:pPr>
            <a:r>
              <a:rPr sz="1575" b="0">
                <a:solidFill>
                  <a:srgbClr val="5B6B62"/>
                </a:solidFill>
                <a:latin typeface="Arial"/>
                <a:ea typeface="Arial"/>
                <a:cs typeface="Arial"/>
              </a:rPr>
              <a:t>Camera-based board enhancement; blackboards currently unsupported</a:t>
            </a:r>
          </a:p>
        </p:txBody>
      </p:sp>
      <p:sp>
        <p:nvSpPr>
          <p:cNvPr id="9" name="">
            <a:extLst xmlns:a="http://schemas.openxmlformats.org/drawingml/2006/main">
              <a:ext uri="{FF2B5EF4-FFF2-40B4-BE49-F238E27FC236}">
                <a16:creationId xmlns:a16="http://schemas.microsoft.com/office/drawing/2014/main" id="{8F87B4FE-DD56-4ADA-87D6-DEB243EBFB55}"/>
              </a:ext>
            </a:extLst>
          </p:cNvPr>
          <p:cNvSpPr>
            <a:spLocks xmlns:a="http://schemas.openxmlformats.org/drawingml/2006/main" noGrp="1"/>
          </p:cNvSpPr>
          <p:nvPr/>
        </p:nvSpPr>
        <p:spPr>
          <a:xfrm xmlns:a="http://schemas.openxmlformats.org/drawingml/2006/main">
            <a:off x="628650" y="4276725"/>
            <a:ext cx="37147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102D27"/>
                </a:solidFill>
                <a:latin typeface="Arial"/>
                <a:ea typeface="Arial"/>
                <a:cs typeface="Arial"/>
              </a:defRPr>
            </a:pPr>
            <a:r>
              <a:rPr sz="1800" b="1">
                <a:solidFill>
                  <a:srgbClr val="102D27"/>
                </a:solidFill>
                <a:latin typeface="Arial"/>
                <a:ea typeface="Arial"/>
                <a:cs typeface="Arial"/>
              </a:rPr>
              <a:t>4  Microsoft Learn</a:t>
            </a:r>
          </a:p>
        </p:txBody>
      </p:sp>
      <p:sp>
        <p:nvSpPr>
          <p:cNvPr id="10" name="">
            <a:extLst xmlns:a="http://schemas.openxmlformats.org/drawingml/2006/main">
              <a:ext uri="{FF2B5EF4-FFF2-40B4-BE49-F238E27FC236}">
                <a16:creationId xmlns:a16="http://schemas.microsoft.com/office/drawing/2014/main" id="{92C20482-C73C-4108-B604-37BDCADE4EA1}"/>
              </a:ext>
            </a:extLst>
          </p:cNvPr>
          <p:cNvSpPr>
            <a:spLocks xmlns:a="http://schemas.openxmlformats.org/drawingml/2006/main" noGrp="1"/>
          </p:cNvSpPr>
          <p:nvPr/>
        </p:nvSpPr>
        <p:spPr>
          <a:xfrm xmlns:a="http://schemas.openxmlformats.org/drawingml/2006/main">
            <a:off x="4333875" y="4276725"/>
            <a:ext cx="7286625" cy="248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5B6B62"/>
                </a:solidFill>
                <a:latin typeface="Arial"/>
                <a:ea typeface="Arial"/>
                <a:cs typeface="Arial"/>
              </a:defRPr>
            </a:pPr>
            <a:r>
              <a:rPr sz="1575" b="0">
                <a:solidFill>
                  <a:srgbClr val="5B6B62"/>
                </a:solidFill>
                <a:latin typeface="Arial"/>
                <a:ea typeface="Arial"/>
                <a:cs typeface="Arial"/>
              </a:rPr>
              <a:t>Teams network preparation and bandwidth guidance</a:t>
            </a:r>
          </a:p>
        </p:txBody>
      </p:sp>
      <p:sp>
        <p:nvSpPr>
          <p:cNvPr id="11" name="">
            <a:extLst xmlns:a="http://schemas.openxmlformats.org/drawingml/2006/main">
              <a:ext uri="{FF2B5EF4-FFF2-40B4-BE49-F238E27FC236}">
                <a16:creationId xmlns:a16="http://schemas.microsoft.com/office/drawing/2014/main" id="{9AC4401E-DEA4-4D0F-A970-6E43B70CB767}"/>
              </a:ext>
            </a:extLst>
          </p:cNvPr>
          <p:cNvSpPr>
            <a:spLocks xmlns:a="http://schemas.openxmlformats.org/drawingml/2006/main" noGrp="1"/>
          </p:cNvSpPr>
          <p:nvPr/>
        </p:nvSpPr>
        <p:spPr>
          <a:xfrm xmlns:a="http://schemas.openxmlformats.org/drawingml/2006/main">
            <a:off x="628650" y="5057775"/>
            <a:ext cx="3714750" cy="2834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800" b="1">
                <a:solidFill>
                  <a:srgbClr val="102D27"/>
                </a:solidFill>
                <a:latin typeface="Arial"/>
                <a:ea typeface="Arial"/>
                <a:cs typeface="Arial"/>
              </a:defRPr>
            </a:pPr>
            <a:r>
              <a:rPr sz="1800" b="1">
                <a:solidFill>
                  <a:srgbClr val="102D27"/>
                </a:solidFill>
                <a:latin typeface="Arial"/>
                <a:ea typeface="Arial"/>
                <a:cs typeface="Arial"/>
              </a:rPr>
              <a:t>5  Challenge listing</a:t>
            </a:r>
          </a:p>
        </p:txBody>
      </p:sp>
      <p:sp>
        <p:nvSpPr>
          <p:cNvPr id="12" name="">
            <a:extLst xmlns:a="http://schemas.openxmlformats.org/drawingml/2006/main">
              <a:ext uri="{FF2B5EF4-FFF2-40B4-BE49-F238E27FC236}">
                <a16:creationId xmlns:a16="http://schemas.microsoft.com/office/drawing/2014/main" id="{EB288DDC-393A-4739-B3D9-A87DDCC1B8E8}"/>
              </a:ext>
            </a:extLst>
          </p:cNvPr>
          <p:cNvSpPr>
            <a:spLocks xmlns:a="http://schemas.openxmlformats.org/drawingml/2006/main" noGrp="1"/>
          </p:cNvSpPr>
          <p:nvPr/>
        </p:nvSpPr>
        <p:spPr>
          <a:xfrm xmlns:a="http://schemas.openxmlformats.org/drawingml/2006/main">
            <a:off x="4333875" y="5057775"/>
            <a:ext cx="7286625" cy="2480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575" b="0">
                <a:solidFill>
                  <a:srgbClr val="5B6B62"/>
                </a:solidFill>
                <a:latin typeface="Arial"/>
                <a:ea typeface="Arial"/>
                <a:cs typeface="Arial"/>
              </a:defRPr>
            </a:pPr>
            <a:r>
              <a:rPr sz="1575" b="0">
                <a:solidFill>
                  <a:srgbClr val="5B6B62"/>
                </a:solidFill>
                <a:latin typeface="Arial"/>
                <a:ea typeface="Arial"/>
                <a:cs typeface="Arial"/>
              </a:rPr>
              <a:t>Snapdragon AI Lab Build &amp; Present Challenge</a:t>
            </a:r>
          </a:p>
        </p:txBody>
      </p:sp>
      <p:sp>
        <p:nvSpPr>
          <p:cNvPr id="13" name="">
            <a:extLst xmlns:a="http://schemas.openxmlformats.org/drawingml/2006/main">
              <a:ext uri="{FF2B5EF4-FFF2-40B4-BE49-F238E27FC236}">
                <a16:creationId xmlns:a16="http://schemas.microsoft.com/office/drawing/2014/main" id="{E0A2D4FC-E1B0-40DE-97D2-5A762FAFA1D2}"/>
              </a:ext>
            </a:extLst>
          </p:cNvPr>
          <p:cNvSpPr>
            <a:spLocks xmlns:a="http://schemas.openxmlformats.org/drawingml/2006/main" noGrp="1"/>
          </p:cNvSpPr>
          <p:nvPr/>
        </p:nvSpPr>
        <p:spPr>
          <a:xfrm xmlns:a="http://schemas.openxmlformats.org/drawingml/2006/main">
            <a:off x="619125" y="6029325"/>
            <a:ext cx="10572750" cy="20078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75" b="0">
                <a:solidFill>
                  <a:srgbClr val="5B6B62"/>
                </a:solidFill>
                <a:latin typeface="Arial"/>
                <a:ea typeface="Arial"/>
                <a:cs typeface="Arial"/>
              </a:defRPr>
            </a:pPr>
            <a:r>
              <a:rPr sz="1275" b="0">
                <a:solidFill>
                  <a:srgbClr val="5B6B62"/>
                </a:solidFill>
                <a:latin typeface="Arial"/>
                <a:ea typeface="Arial"/>
                <a:cs typeface="Arial"/>
              </a:rPr>
              <a:t>Sources reviewed 8 September 2026. Full clickable references are in speaker notes and the project brief.</a:t>
            </a:r>
          </a:p>
        </p:txBody>
      </p:sp>
      <p:sp>
        <p:nvSpPr>
          <p:cNvPr id="14" name="">
            <a:extLst xmlns:a="http://schemas.openxmlformats.org/drawingml/2006/main">
              <a:ext uri="{FF2B5EF4-FFF2-40B4-BE49-F238E27FC236}">
                <a16:creationId xmlns:a16="http://schemas.microsoft.com/office/drawing/2014/main" id="{C489AF6A-C718-44B8-86E1-7FD78BF01E78}"/>
              </a:ext>
            </a:extLst>
          </p:cNvPr>
          <p:cNvSpPr>
            <a:spLocks xmlns:a="http://schemas.openxmlformats.org/drawingml/2006/main" noGrp="1"/>
          </p:cNvSpPr>
          <p:nvPr/>
        </p:nvSpPr>
        <p:spPr>
          <a:xfrm xmlns:a="http://schemas.openxmlformats.org/drawingml/2006/main">
            <a:off x="619125" y="6343650"/>
            <a:ext cx="10572750" cy="1889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oAutofit/>
          </a:bodyPr>
          <a:lstStyle xmlns:a="http://schemas.openxmlformats.org/drawingml/2006/main"/>
          <a:p xmlns:a="http://schemas.openxmlformats.org/drawingml/2006/main">
            <a:pPr>
              <a:defRPr sz="1200" b="0">
                <a:solidFill>
                  <a:srgbClr val="5B6B62"/>
                </a:solidFill>
                <a:latin typeface="Arial"/>
                <a:ea typeface="Arial"/>
                <a:cs typeface="Arial"/>
              </a:defRPr>
            </a:pPr>
            <a:r>
              <a:rPr sz="1200" b="0">
                <a:solidFill>
                  <a:srgbClr val="5B6B62"/>
                </a:solidFill>
                <a:latin typeface="Arial"/>
                <a:ea typeface="Arial"/>
                <a:cs typeface="Arial"/>
              </a:rPr>
              <a:t>Concept-stage submission. All product imagery is AI-generated; no pilot, benchmark or deployment is claimed.</a:t>
            </a:r>
          </a:p>
        </p:txBody>
      </p:sp>
    </p:spTree>
    <p:extLst>
      <p:ext uri="{BB962C8B-B14F-4D97-AF65-F5344CB8AC3E}">
        <p14:creationId xmlns:p14="http://schemas.microsoft.com/office/powerpoint/2010/main" val="17225965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2026-09-09T04:18:53.9590000Z</dcterms:created>
  <dcterms:modified xsi:type="dcterms:W3CDTF">2026-09-09T04:18:53.9590000Z</dcterms:modified>
</coreProperties>
</file>